
<file path=[Content_Types].xml><?xml version="1.0" encoding="utf-8"?>
<Types xmlns="http://schemas.openxmlformats.org/package/2006/content-types">
  <Default Extension="fntdata" ContentType="application/x-fontdata"/>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media/image9.jpg" ContentType="image/jpeg"/>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9"/>
  </p:notesMasterIdLst>
  <p:sldIdLst>
    <p:sldId id="257" r:id="rId2"/>
    <p:sldId id="258" r:id="rId3"/>
    <p:sldId id="259" r:id="rId4"/>
    <p:sldId id="260" r:id="rId5"/>
    <p:sldId id="261" r:id="rId6"/>
    <p:sldId id="262" r:id="rId7"/>
    <p:sldId id="263" r:id="rId8"/>
  </p:sldIdLst>
  <p:sldSz cx="9144000" cy="5143500" type="screen16x9"/>
  <p:notesSz cx="6858000" cy="9144000"/>
  <p:embeddedFontLst>
    <p:embeddedFont>
      <p:font typeface="Arial Black" panose="020B0A04020102020204" pitchFamily="34" charset="0"/>
      <p:bold r:id="rId10"/>
    </p:embeddedFont>
    <p:embeddedFont>
      <p:font typeface="Proxima Nova" panose="020B060402020202020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03" d="100"/>
          <a:sy n="103" d="100"/>
        </p:scale>
        <p:origin x="874" y="5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Programming is the foundation of all modern software. It involves instructing computers using specific languages to carry out desired operations. These instructions allow us to create everything from simple calculators to complex artificial intelligence systems. Understanding this concept is key to learning any programming language, including Java.</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Programming languages can be broadly classified into high-level and low-level. High-level languages are designed to be easy for humans to use, with syntax that resembles natural language. Low-level languages, on the other hand, are more suited to the hardware and are harder for humans to interpret. Understanding the distinction is key when learning how programs are executed.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Binary code forms the core of all computer operations. It uses a system of 0s and 1s to represent electrical signals—off and on states. This is the only language directly understood by a computer's hardware. Everything you write in Java or any other language is eventually converted into binary before it's executed.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In programming, translation is key for converting high-level code into machine-readable instructions. Compilers do this all at once, translating and saving the entire code before it's run. Interpreters, on the other hand, do this live, executing each line in real-time. Java uniquely uses both methods by compiling code into bytecode, which is then interpreted or compiled further by the Java Virtual Machine (JVM).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Java has a rich history beginning in 1991 with the Green Project at Sun Microsystems. It was designed to be a platform-independent language suitable for consumer electronics. Java officially launched in 1995 and quickly gained popularity for its portability. In 2010, Oracle acquired Sun Microsystems and has continued Java's development ever since.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Java's enduring popularity is rooted in its powerful features. It's platform independent, meaning code compiled on one system can run anywhere the JVM exists. Java is also fully object-oriented, promoting modularity and reusability. Its built-in security mechanisms and strong memory management make it robust and secure for enterprise and web applications.</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cxnSp>
        <p:nvCxnSpPr>
          <p:cNvPr id="10" name="Google Shape;10;p2"/>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1" name="Google Shape;11;p2"/>
          <p:cNvSpPr txBox="1">
            <a:spLocks noGrp="1"/>
          </p:cNvSpPr>
          <p:nvPr>
            <p:ph type="ctrTitle"/>
          </p:nvPr>
        </p:nvSpPr>
        <p:spPr>
          <a:xfrm>
            <a:off x="510450" y="1257300"/>
            <a:ext cx="8123100" cy="15885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
        <p:nvSpPr>
          <p:cNvPr id="12" name="Google Shape;12;p2"/>
          <p:cNvSpPr txBox="1">
            <a:spLocks noGrp="1"/>
          </p:cNvSpPr>
          <p:nvPr>
            <p:ph type="subTitle" idx="1"/>
          </p:nvPr>
        </p:nvSpPr>
        <p:spPr>
          <a:xfrm>
            <a:off x="510450" y="3182313"/>
            <a:ext cx="8123100" cy="630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2400"/>
              <a:buNone/>
              <a:defRPr sz="2400">
                <a:solidFill>
                  <a:schemeClr val="lt1"/>
                </a:solidFill>
              </a:defRPr>
            </a:lvl1pPr>
            <a:lvl2pPr lvl="1">
              <a:lnSpc>
                <a:spcPct val="100000"/>
              </a:lnSpc>
              <a:spcBef>
                <a:spcPts val="0"/>
              </a:spcBef>
              <a:spcAft>
                <a:spcPts val="0"/>
              </a:spcAft>
              <a:buClr>
                <a:schemeClr val="lt1"/>
              </a:buClr>
              <a:buSzPts val="2400"/>
              <a:buNone/>
              <a:defRPr sz="2400">
                <a:solidFill>
                  <a:schemeClr val="lt1"/>
                </a:solidFill>
              </a:defRPr>
            </a:lvl2pPr>
            <a:lvl3pPr lvl="2">
              <a:lnSpc>
                <a:spcPct val="100000"/>
              </a:lnSpc>
              <a:spcBef>
                <a:spcPts val="0"/>
              </a:spcBef>
              <a:spcAft>
                <a:spcPts val="0"/>
              </a:spcAft>
              <a:buClr>
                <a:schemeClr val="lt1"/>
              </a:buClr>
              <a:buSzPts val="2400"/>
              <a:buNone/>
              <a:defRPr sz="2400">
                <a:solidFill>
                  <a:schemeClr val="lt1"/>
                </a:solidFill>
              </a:defRPr>
            </a:lvl3pPr>
            <a:lvl4pPr lvl="3">
              <a:lnSpc>
                <a:spcPct val="100000"/>
              </a:lnSpc>
              <a:spcBef>
                <a:spcPts val="0"/>
              </a:spcBef>
              <a:spcAft>
                <a:spcPts val="0"/>
              </a:spcAft>
              <a:buClr>
                <a:schemeClr val="lt1"/>
              </a:buClr>
              <a:buSzPts val="2400"/>
              <a:buNone/>
              <a:defRPr sz="2400">
                <a:solidFill>
                  <a:schemeClr val="lt1"/>
                </a:solidFill>
              </a:defRPr>
            </a:lvl4pPr>
            <a:lvl5pPr lvl="4">
              <a:lnSpc>
                <a:spcPct val="100000"/>
              </a:lnSpc>
              <a:spcBef>
                <a:spcPts val="0"/>
              </a:spcBef>
              <a:spcAft>
                <a:spcPts val="0"/>
              </a:spcAft>
              <a:buClr>
                <a:schemeClr val="lt1"/>
              </a:buClr>
              <a:buSzPts val="2400"/>
              <a:buNone/>
              <a:defRPr sz="2400">
                <a:solidFill>
                  <a:schemeClr val="lt1"/>
                </a:solidFill>
              </a:defRPr>
            </a:lvl5pPr>
            <a:lvl6pPr lvl="5">
              <a:lnSpc>
                <a:spcPct val="100000"/>
              </a:lnSpc>
              <a:spcBef>
                <a:spcPts val="0"/>
              </a:spcBef>
              <a:spcAft>
                <a:spcPts val="0"/>
              </a:spcAft>
              <a:buClr>
                <a:schemeClr val="lt1"/>
              </a:buClr>
              <a:buSzPts val="2400"/>
              <a:buNone/>
              <a:defRPr sz="2400">
                <a:solidFill>
                  <a:schemeClr val="lt1"/>
                </a:solidFill>
              </a:defRPr>
            </a:lvl6pPr>
            <a:lvl7pPr lvl="6">
              <a:lnSpc>
                <a:spcPct val="100000"/>
              </a:lnSpc>
              <a:spcBef>
                <a:spcPts val="0"/>
              </a:spcBef>
              <a:spcAft>
                <a:spcPts val="0"/>
              </a:spcAft>
              <a:buClr>
                <a:schemeClr val="lt1"/>
              </a:buClr>
              <a:buSzPts val="2400"/>
              <a:buNone/>
              <a:defRPr sz="2400">
                <a:solidFill>
                  <a:schemeClr val="lt1"/>
                </a:solidFill>
              </a:defRPr>
            </a:lvl7pPr>
            <a:lvl8pPr lvl="7">
              <a:lnSpc>
                <a:spcPct val="100000"/>
              </a:lnSpc>
              <a:spcBef>
                <a:spcPts val="0"/>
              </a:spcBef>
              <a:spcAft>
                <a:spcPts val="0"/>
              </a:spcAft>
              <a:buClr>
                <a:schemeClr val="lt1"/>
              </a:buClr>
              <a:buSzPts val="2400"/>
              <a:buNone/>
              <a:defRPr sz="2400">
                <a:solidFill>
                  <a:schemeClr val="lt1"/>
                </a:solidFill>
              </a:defRPr>
            </a:lvl8pPr>
            <a:lvl9pPr lvl="8">
              <a:lnSpc>
                <a:spcPct val="100000"/>
              </a:lnSpc>
              <a:spcBef>
                <a:spcPts val="0"/>
              </a:spcBef>
              <a:spcAft>
                <a:spcPts val="0"/>
              </a:spcAft>
              <a:buClr>
                <a:schemeClr val="lt1"/>
              </a:buClr>
              <a:buSzPts val="2400"/>
              <a:buNone/>
              <a:defRPr sz="2400">
                <a:solidFill>
                  <a:schemeClr val="lt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userDrawn="1">
  <p:cSld name="SECTION_HEADER">
    <p:bg>
      <p:bgPr>
        <a:solidFill>
          <a:schemeClr val="dk1"/>
        </a:solidFill>
        <a:effectLst/>
      </p:bgPr>
    </p:bg>
    <p:spTree>
      <p:nvGrpSpPr>
        <p:cNvPr id="1" name="Shape 13"/>
        <p:cNvGrpSpPr/>
        <p:nvPr/>
      </p:nvGrpSpPr>
      <p:grpSpPr>
        <a:xfrm>
          <a:off x="0" y="0"/>
          <a:ext cx="0" cy="0"/>
          <a:chOff x="0" y="0"/>
          <a:chExt cx="0" cy="0"/>
        </a:xfrm>
      </p:grpSpPr>
      <p:cxnSp>
        <p:nvCxnSpPr>
          <p:cNvPr id="14" name="Google Shape;14;p3"/>
          <p:cNvCxnSpPr/>
          <p:nvPr/>
        </p:nvCxnSpPr>
        <p:spPr>
          <a:xfrm>
            <a:off x="0" y="2998150"/>
            <a:ext cx="9144000" cy="0"/>
          </a:xfrm>
          <a:prstGeom prst="straightConnector1">
            <a:avLst/>
          </a:prstGeom>
          <a:noFill/>
          <a:ln w="19050" cap="flat" cmpd="sng">
            <a:solidFill>
              <a:schemeClr val="lt2"/>
            </a:solidFill>
            <a:prstDash val="solid"/>
            <a:round/>
            <a:headEnd type="none" w="sm" len="sm"/>
            <a:tailEnd type="none" w="sm" len="sm"/>
          </a:ln>
        </p:spPr>
      </p:cxnSp>
      <p:sp>
        <p:nvSpPr>
          <p:cNvPr id="15" name="Google Shape;15;p3"/>
          <p:cNvSpPr txBox="1">
            <a:spLocks noGrp="1"/>
          </p:cNvSpPr>
          <p:nvPr>
            <p:ph type="title"/>
          </p:nvPr>
        </p:nvSpPr>
        <p:spPr>
          <a:xfrm>
            <a:off x="510450" y="2057400"/>
            <a:ext cx="8123100" cy="778800"/>
          </a:xfrm>
          <a:prstGeom prst="rect">
            <a:avLst/>
          </a:prstGeom>
        </p:spPr>
        <p:txBody>
          <a:bodyPr spcFirstLastPara="1" wrap="square" lIns="91425" tIns="91425" rIns="91425" bIns="91425" anchor="b"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4"/>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0" name="Google Shape;20;p4"/>
          <p:cNvSpPr txBox="1">
            <a:spLocks noGrp="1"/>
          </p:cNvSpPr>
          <p:nvPr>
            <p:ph type="body" idx="1"/>
          </p:nvPr>
        </p:nvSpPr>
        <p:spPr>
          <a:xfrm>
            <a:off x="311700" y="1304875"/>
            <a:ext cx="8520600" cy="34164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SzPts val="1600"/>
              <a:buChar char="●"/>
              <a:defRPr sz="1600"/>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1" name="Google Shape;21;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4"/>
          <p:cNvSpPr txBox="1">
            <a:spLocks noGrp="1"/>
          </p:cNvSpPr>
          <p:nvPr>
            <p:ph type="subTitle" idx="2"/>
          </p:nvPr>
        </p:nvSpPr>
        <p:spPr>
          <a:xfrm>
            <a:off x="387975" y="789025"/>
            <a:ext cx="8520600" cy="833100"/>
          </a:xfrm>
          <a:prstGeom prst="rect">
            <a:avLst/>
          </a:prstGeom>
        </p:spPr>
        <p:txBody>
          <a:bodyPr spcFirstLastPara="1" wrap="square" lIns="91425" tIns="91425" rIns="91425" bIns="91425" anchor="t" anchorCtr="0">
            <a:normAutofit/>
          </a:bodyPr>
          <a:lstStyle>
            <a:lvl1pPr lvl="0">
              <a:spcBef>
                <a:spcPts val="0"/>
              </a:spcBef>
              <a:spcAft>
                <a:spcPts val="0"/>
              </a:spcAft>
              <a:buSzPts val="1500"/>
              <a:buNone/>
              <a:defRPr sz="1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userDrawn="1">
  <p:cSld name="TITLE_AND_BODY_1">
    <p:spTree>
      <p:nvGrpSpPr>
        <p:cNvPr id="1" name="Shape 23"/>
        <p:cNvGrpSpPr/>
        <p:nvPr/>
      </p:nvGrpSpPr>
      <p:grpSpPr>
        <a:xfrm>
          <a:off x="0" y="0"/>
          <a:ext cx="0" cy="0"/>
          <a:chOff x="0" y="0"/>
          <a:chExt cx="0" cy="0"/>
        </a:xfrm>
      </p:grpSpPr>
      <p:sp>
        <p:nvSpPr>
          <p:cNvPr id="24" name="Google Shape;24;p5"/>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5"/>
          <p:cNvSpPr txBox="1">
            <a:spLocks noGrp="1"/>
          </p:cNvSpPr>
          <p:nvPr>
            <p:ph type="title" hasCustomPrompt="1"/>
          </p:nvPr>
        </p:nvSpPr>
        <p:spPr>
          <a:xfrm>
            <a:off x="311700" y="0"/>
            <a:ext cx="8520600" cy="712925"/>
          </a:xfrm>
          <a:prstGeom prst="rect">
            <a:avLst/>
          </a:prstGeom>
        </p:spPr>
        <p:txBody>
          <a:bodyPr spcFirstLastPara="1" wrap="square" lIns="91425" tIns="91425" rIns="91425" bIns="91425" anchor="ctr"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dirty="0"/>
              <a:t>Agenda</a:t>
            </a:r>
            <a:endParaRPr dirty="0"/>
          </a:p>
        </p:txBody>
      </p:sp>
      <p:sp>
        <p:nvSpPr>
          <p:cNvPr id="26" name="Google Shape;26;p5"/>
          <p:cNvSpPr txBox="1">
            <a:spLocks noGrp="1"/>
          </p:cNvSpPr>
          <p:nvPr>
            <p:ph type="body" idx="1"/>
          </p:nvPr>
        </p:nvSpPr>
        <p:spPr>
          <a:xfrm>
            <a:off x="311700" y="1194734"/>
            <a:ext cx="8520600" cy="3850965"/>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SzPts val="1600"/>
              <a:buChar char="●"/>
              <a:defRPr sz="1600"/>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dirty="0"/>
          </a:p>
        </p:txBody>
      </p:sp>
      <p:sp>
        <p:nvSpPr>
          <p:cNvPr id="27" name="Google Shape;27;p5"/>
          <p:cNvSpPr txBox="1">
            <a:spLocks noGrp="1"/>
          </p:cNvSpPr>
          <p:nvPr>
            <p:ph type="sldNum" idx="12"/>
          </p:nvPr>
        </p:nvSpPr>
        <p:spPr>
          <a:xfrm>
            <a:off x="8832297" y="4863993"/>
            <a:ext cx="311411" cy="192824"/>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10" name="Subtitle 1">
            <a:extLst>
              <a:ext uri="{FF2B5EF4-FFF2-40B4-BE49-F238E27FC236}">
                <a16:creationId xmlns:a16="http://schemas.microsoft.com/office/drawing/2014/main" id="{0D296A4F-FF01-A06E-7AAA-3D203B6399A4}"/>
              </a:ext>
            </a:extLst>
          </p:cNvPr>
          <p:cNvSpPr>
            <a:spLocks noGrp="1"/>
          </p:cNvSpPr>
          <p:nvPr>
            <p:ph type="subTitle" idx="13"/>
          </p:nvPr>
        </p:nvSpPr>
        <p:spPr>
          <a:xfrm>
            <a:off x="311699" y="712926"/>
            <a:ext cx="8520599" cy="481810"/>
          </a:xfrm>
        </p:spPr>
        <p:txBody>
          <a:bodyPr tIns="0" anchor="t">
            <a:normAutofit/>
          </a:bodyPr>
          <a:lstStyle>
            <a:lvl1pPr marL="0" indent="0" algn="l">
              <a:lnSpc>
                <a:spcPct val="100000"/>
              </a:lnSpc>
              <a:buNone/>
              <a:defRPr sz="1600"/>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dirty="0"/>
              <a:t>Click to edit Master subtitle style</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200"/>
              <a:buNone/>
              <a:defRPr sz="22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0" name="Google Shape;30;p6"/>
          <p:cNvSpPr txBox="1">
            <a:spLocks noGrp="1"/>
          </p:cNvSpPr>
          <p:nvPr>
            <p:ph type="body" idx="1"/>
          </p:nvPr>
        </p:nvSpPr>
        <p:spPr>
          <a:xfrm>
            <a:off x="311700" y="13810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6"/>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accent4"/>
                </a:solidFill>
              </a:defRPr>
            </a:lvl1pPr>
            <a:lvl2pPr lvl="1">
              <a:buNone/>
              <a:defRPr>
                <a:solidFill>
                  <a:schemeClr val="accent4"/>
                </a:solidFill>
              </a:defRPr>
            </a:lvl2pPr>
            <a:lvl3pPr lvl="2">
              <a:buNone/>
              <a:defRPr>
                <a:solidFill>
                  <a:schemeClr val="accent4"/>
                </a:solidFill>
              </a:defRPr>
            </a:lvl3pPr>
            <a:lvl4pPr lvl="3">
              <a:buNone/>
              <a:defRPr>
                <a:solidFill>
                  <a:schemeClr val="accent4"/>
                </a:solidFill>
              </a:defRPr>
            </a:lvl4pPr>
            <a:lvl5pPr lvl="4">
              <a:buNone/>
              <a:defRPr>
                <a:solidFill>
                  <a:schemeClr val="accent4"/>
                </a:solidFill>
              </a:defRPr>
            </a:lvl5pPr>
            <a:lvl6pPr lvl="5">
              <a:buNone/>
              <a:defRPr>
                <a:solidFill>
                  <a:schemeClr val="accent4"/>
                </a:solidFill>
              </a:defRPr>
            </a:lvl6pPr>
            <a:lvl7pPr lvl="6">
              <a:buNone/>
              <a:defRPr>
                <a:solidFill>
                  <a:schemeClr val="accent4"/>
                </a:solidFill>
              </a:defRPr>
            </a:lvl7pPr>
            <a:lvl8pPr lvl="7">
              <a:buNone/>
              <a:defRPr>
                <a:solidFill>
                  <a:schemeClr val="accent4"/>
                </a:solidFill>
              </a:defRPr>
            </a:lvl8pPr>
            <a:lvl9pPr lvl="8">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
        <p:nvSpPr>
          <p:cNvPr id="33" name="Google Shape;33;p6"/>
          <p:cNvSpPr txBox="1">
            <a:spLocks noGrp="1"/>
          </p:cNvSpPr>
          <p:nvPr>
            <p:ph type="subTitle" idx="3"/>
          </p:nvPr>
        </p:nvSpPr>
        <p:spPr>
          <a:xfrm>
            <a:off x="386975" y="8640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34" name="Google Shape;34;p6"/>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7" name="Google Shape;37;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42"/>
        <p:cNvGrpSpPr/>
        <p:nvPr/>
      </p:nvGrpSpPr>
      <p:grpSpPr>
        <a:xfrm>
          <a:off x="0" y="0"/>
          <a:ext cx="0" cy="0"/>
          <a:chOff x="0" y="0"/>
          <a:chExt cx="0" cy="0"/>
        </a:xfrm>
      </p:grpSpPr>
      <p:sp>
        <p:nvSpPr>
          <p:cNvPr id="43" name="Google Shape;43;p9"/>
          <p:cNvSpPr txBox="1">
            <a:spLocks noGrp="1"/>
          </p:cNvSpPr>
          <p:nvPr>
            <p:ph type="title"/>
          </p:nvPr>
        </p:nvSpPr>
        <p:spPr>
          <a:xfrm>
            <a:off x="490250" y="526350"/>
            <a:ext cx="57975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4" name="Google Shape;44;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cxnSp>
        <p:nvCxnSpPr>
          <p:cNvPr id="46" name="Google Shape;46;p10"/>
          <p:cNvCxnSpPr/>
          <p:nvPr/>
        </p:nvCxnSpPr>
        <p:spPr>
          <a:xfrm>
            <a:off x="5029675" y="4495500"/>
            <a:ext cx="468300" cy="0"/>
          </a:xfrm>
          <a:prstGeom prst="straightConnector1">
            <a:avLst/>
          </a:prstGeom>
          <a:noFill/>
          <a:ln w="19050" cap="flat" cmpd="sng">
            <a:solidFill>
              <a:schemeClr val="dk1"/>
            </a:solidFill>
            <a:prstDash val="solid"/>
            <a:round/>
            <a:headEnd type="none" w="sm" len="sm"/>
            <a:tailEnd type="none" w="sm" len="sm"/>
          </a:ln>
        </p:spPr>
      </p:cxn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
        <p:nvSpPr>
          <p:cNvPr id="48" name="Google Shape;48;p10"/>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None/>
              <a:defRPr sz="2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49" name="Google Shape;49;p10"/>
          <p:cNvSpPr txBox="1">
            <a:spLocks noGrp="1"/>
          </p:cNvSpPr>
          <p:nvPr>
            <p:ph type="body" idx="1"/>
          </p:nvPr>
        </p:nvSpPr>
        <p:spPr>
          <a:xfrm>
            <a:off x="3117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50" name="Google Shape;50;p10"/>
          <p:cNvSpPr txBox="1">
            <a:spLocks noGrp="1"/>
          </p:cNvSpPr>
          <p:nvPr>
            <p:ph type="body" idx="2"/>
          </p:nvPr>
        </p:nvSpPr>
        <p:spPr>
          <a:xfrm>
            <a:off x="4832400" y="1304875"/>
            <a:ext cx="3999900" cy="3416400"/>
          </a:xfrm>
          <a:prstGeom prst="rect">
            <a:avLst/>
          </a:prstGeom>
        </p:spPr>
        <p:txBody>
          <a:bodyPr spcFirstLastPara="1" wrap="square" lIns="91425" tIns="91425" rIns="91425" bIns="91425" anchor="t" anchorCtr="0">
            <a:normAutofit/>
          </a:bodyPr>
          <a:lstStyle>
            <a:lvl1pPr marL="457200" lvl="0" indent="-317500" rtl="0">
              <a:spcBef>
                <a:spcPts val="0"/>
              </a:spcBef>
              <a:spcAft>
                <a:spcPts val="0"/>
              </a:spcAft>
              <a:buSzPts val="1400"/>
              <a:buChar char="●"/>
              <a:defRPr sz="1400"/>
            </a:lvl1pPr>
            <a:lvl2pPr marL="914400" lvl="1" indent="-304800" rtl="0">
              <a:spcBef>
                <a:spcPts val="0"/>
              </a:spcBef>
              <a:spcAft>
                <a:spcPts val="0"/>
              </a:spcAft>
              <a:buSzPts val="1200"/>
              <a:buChar char="○"/>
              <a:defRPr sz="1200"/>
            </a:lvl2pPr>
            <a:lvl3pPr marL="1371600" lvl="2" indent="-304800" rtl="0">
              <a:spcBef>
                <a:spcPts val="0"/>
              </a:spcBef>
              <a:spcAft>
                <a:spcPts val="0"/>
              </a:spcAft>
              <a:buSzPts val="1200"/>
              <a:buChar char="■"/>
              <a:defRPr sz="1200"/>
            </a:lvl3pPr>
            <a:lvl4pPr marL="1828800" lvl="3" indent="-304800" rtl="0">
              <a:spcBef>
                <a:spcPts val="0"/>
              </a:spcBef>
              <a:spcAft>
                <a:spcPts val="0"/>
              </a:spcAft>
              <a:buSzPts val="1200"/>
              <a:buChar char="●"/>
              <a:defRPr sz="1200"/>
            </a:lvl4pPr>
            <a:lvl5pPr marL="2286000" lvl="4" indent="-304800" rtl="0">
              <a:spcBef>
                <a:spcPts val="0"/>
              </a:spcBef>
              <a:spcAft>
                <a:spcPts val="0"/>
              </a:spcAft>
              <a:buSzPts val="1200"/>
              <a:buChar char="○"/>
              <a:defRPr sz="1200"/>
            </a:lvl5pPr>
            <a:lvl6pPr marL="2743200" lvl="5" indent="-304800" rtl="0">
              <a:spcBef>
                <a:spcPts val="0"/>
              </a:spcBef>
              <a:spcAft>
                <a:spcPts val="0"/>
              </a:spcAft>
              <a:buSzPts val="1200"/>
              <a:buChar char="■"/>
              <a:defRPr sz="1200"/>
            </a:lvl6pPr>
            <a:lvl7pPr marL="3200400" lvl="6" indent="-304800" rtl="0">
              <a:spcBef>
                <a:spcPts val="0"/>
              </a:spcBef>
              <a:spcAft>
                <a:spcPts val="0"/>
              </a:spcAft>
              <a:buSzPts val="1200"/>
              <a:buChar char="●"/>
              <a:defRPr sz="1200"/>
            </a:lvl7pPr>
            <a:lvl8pPr marL="3657600" lvl="7" indent="-304800" rtl="0">
              <a:spcBef>
                <a:spcPts val="0"/>
              </a:spcBef>
              <a:spcAft>
                <a:spcPts val="0"/>
              </a:spcAft>
              <a:buSzPts val="1200"/>
              <a:buChar char="○"/>
              <a:defRPr sz="1200"/>
            </a:lvl8pPr>
            <a:lvl9pPr marL="4114800" lvl="8" indent="-304800" rtl="0">
              <a:spcBef>
                <a:spcPts val="0"/>
              </a:spcBef>
              <a:spcAft>
                <a:spcPts val="0"/>
              </a:spcAft>
              <a:buSzPts val="1200"/>
              <a:buChar char="■"/>
              <a:defRPr sz="1200"/>
            </a:lvl9pPr>
          </a:lstStyle>
          <a:p>
            <a:endParaRPr/>
          </a:p>
        </p:txBody>
      </p:sp>
      <p:sp>
        <p:nvSpPr>
          <p:cNvPr id="51" name="Google Shape;51;p10"/>
          <p:cNvSpPr txBox="1">
            <a:spLocks noGrp="1"/>
          </p:cNvSpPr>
          <p:nvPr>
            <p:ph type="subTitle" idx="3"/>
          </p:nvPr>
        </p:nvSpPr>
        <p:spPr>
          <a:xfrm>
            <a:off x="386975" y="787800"/>
            <a:ext cx="8368200" cy="8427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SzPts val="1500"/>
              <a:buNone/>
              <a:defRPr sz="1500"/>
            </a:lvl1pPr>
            <a:lvl2pPr lvl="1" algn="ctr" rtl="0">
              <a:lnSpc>
                <a:spcPct val="100000"/>
              </a:lnSpc>
              <a:spcBef>
                <a:spcPts val="0"/>
              </a:spcBef>
              <a:spcAft>
                <a:spcPts val="0"/>
              </a:spcAft>
              <a:buClr>
                <a:schemeClr val="accent5"/>
              </a:buClr>
              <a:buSzPts val="2100"/>
              <a:buNone/>
              <a:defRPr sz="2100">
                <a:solidFill>
                  <a:schemeClr val="accent5"/>
                </a:solidFill>
              </a:defRPr>
            </a:lvl2pPr>
            <a:lvl3pPr lvl="2" algn="ctr" rtl="0">
              <a:lnSpc>
                <a:spcPct val="100000"/>
              </a:lnSpc>
              <a:spcBef>
                <a:spcPts val="0"/>
              </a:spcBef>
              <a:spcAft>
                <a:spcPts val="0"/>
              </a:spcAft>
              <a:buClr>
                <a:schemeClr val="accent5"/>
              </a:buClr>
              <a:buSzPts val="2100"/>
              <a:buNone/>
              <a:defRPr sz="2100">
                <a:solidFill>
                  <a:schemeClr val="accent5"/>
                </a:solidFill>
              </a:defRPr>
            </a:lvl3pPr>
            <a:lvl4pPr lvl="3" algn="ctr" rtl="0">
              <a:lnSpc>
                <a:spcPct val="100000"/>
              </a:lnSpc>
              <a:spcBef>
                <a:spcPts val="0"/>
              </a:spcBef>
              <a:spcAft>
                <a:spcPts val="0"/>
              </a:spcAft>
              <a:buClr>
                <a:schemeClr val="accent5"/>
              </a:buClr>
              <a:buSzPts val="2100"/>
              <a:buNone/>
              <a:defRPr sz="2100">
                <a:solidFill>
                  <a:schemeClr val="accent5"/>
                </a:solidFill>
              </a:defRPr>
            </a:lvl4pPr>
            <a:lvl5pPr lvl="4" algn="ctr" rtl="0">
              <a:lnSpc>
                <a:spcPct val="100000"/>
              </a:lnSpc>
              <a:spcBef>
                <a:spcPts val="0"/>
              </a:spcBef>
              <a:spcAft>
                <a:spcPts val="0"/>
              </a:spcAft>
              <a:buClr>
                <a:schemeClr val="accent5"/>
              </a:buClr>
              <a:buSzPts val="2100"/>
              <a:buNone/>
              <a:defRPr sz="2100">
                <a:solidFill>
                  <a:schemeClr val="accent5"/>
                </a:solidFill>
              </a:defRPr>
            </a:lvl5pPr>
            <a:lvl6pPr lvl="5" algn="ctr" rtl="0">
              <a:lnSpc>
                <a:spcPct val="100000"/>
              </a:lnSpc>
              <a:spcBef>
                <a:spcPts val="0"/>
              </a:spcBef>
              <a:spcAft>
                <a:spcPts val="0"/>
              </a:spcAft>
              <a:buClr>
                <a:schemeClr val="accent5"/>
              </a:buClr>
              <a:buSzPts val="2100"/>
              <a:buNone/>
              <a:defRPr sz="2100">
                <a:solidFill>
                  <a:schemeClr val="accent5"/>
                </a:solidFill>
              </a:defRPr>
            </a:lvl6pPr>
            <a:lvl7pPr lvl="6" algn="ctr" rtl="0">
              <a:lnSpc>
                <a:spcPct val="100000"/>
              </a:lnSpc>
              <a:spcBef>
                <a:spcPts val="0"/>
              </a:spcBef>
              <a:spcAft>
                <a:spcPts val="0"/>
              </a:spcAft>
              <a:buClr>
                <a:schemeClr val="accent5"/>
              </a:buClr>
              <a:buSzPts val="2100"/>
              <a:buNone/>
              <a:defRPr sz="2100">
                <a:solidFill>
                  <a:schemeClr val="accent5"/>
                </a:solidFill>
              </a:defRPr>
            </a:lvl7pPr>
            <a:lvl8pPr lvl="7" algn="ctr" rtl="0">
              <a:lnSpc>
                <a:spcPct val="100000"/>
              </a:lnSpc>
              <a:spcBef>
                <a:spcPts val="0"/>
              </a:spcBef>
              <a:spcAft>
                <a:spcPts val="0"/>
              </a:spcAft>
              <a:buClr>
                <a:schemeClr val="accent5"/>
              </a:buClr>
              <a:buSzPts val="2100"/>
              <a:buNone/>
              <a:defRPr sz="2100">
                <a:solidFill>
                  <a:schemeClr val="accent5"/>
                </a:solidFill>
              </a:defRPr>
            </a:lvl8pPr>
            <a:lvl9pPr lvl="8" algn="ctr" rtl="0">
              <a:lnSpc>
                <a:spcPct val="100000"/>
              </a:lnSpc>
              <a:spcBef>
                <a:spcPts val="0"/>
              </a:spcBef>
              <a:spcAft>
                <a:spcPts val="0"/>
              </a:spcAft>
              <a:buClr>
                <a:schemeClr val="accent5"/>
              </a:buClr>
              <a:buSzPts val="2100"/>
              <a:buNone/>
              <a:defRPr sz="2100">
                <a:solidFill>
                  <a:schemeClr val="accent5"/>
                </a:solidFill>
              </a:defRPr>
            </a:lvl9pPr>
          </a:lstStyle>
          <a:p>
            <a:endParaRPr/>
          </a:p>
        </p:txBody>
      </p:sp>
      <p:sp>
        <p:nvSpPr>
          <p:cNvPr id="52" name="Google Shape;52;p10"/>
          <p:cNvSpPr txBox="1">
            <a:spLocks noGrp="1"/>
          </p:cNvSpPr>
          <p:nvPr>
            <p:ph type="body" idx="4"/>
          </p:nvPr>
        </p:nvSpPr>
        <p:spPr>
          <a:xfrm>
            <a:off x="4813725" y="3822525"/>
            <a:ext cx="3999900" cy="208200"/>
          </a:xfrm>
          <a:prstGeom prst="rect">
            <a:avLst/>
          </a:prstGeom>
        </p:spPr>
        <p:txBody>
          <a:bodyPr spcFirstLastPara="1" wrap="square" lIns="91425" tIns="91425" rIns="91425" bIns="91425" anchor="t" anchorCtr="0">
            <a:normAutofit/>
          </a:bodyPr>
          <a:lstStyle>
            <a:lvl1pPr marL="457200" lvl="0" indent="-273050" algn="r" rtl="0">
              <a:spcBef>
                <a:spcPts val="0"/>
              </a:spcBef>
              <a:spcAft>
                <a:spcPts val="0"/>
              </a:spcAft>
              <a:buSzPts val="700"/>
              <a:buChar char="●"/>
              <a:defRPr sz="700"/>
            </a:lvl1pPr>
            <a:lvl2pPr marL="914400" lvl="1" indent="-260350" algn="r" rtl="0">
              <a:spcBef>
                <a:spcPts val="0"/>
              </a:spcBef>
              <a:spcAft>
                <a:spcPts val="0"/>
              </a:spcAft>
              <a:buSzPts val="500"/>
              <a:buChar char="○"/>
              <a:defRPr sz="500"/>
            </a:lvl2pPr>
            <a:lvl3pPr marL="1371600" lvl="2" indent="-260350" algn="r" rtl="0">
              <a:spcBef>
                <a:spcPts val="0"/>
              </a:spcBef>
              <a:spcAft>
                <a:spcPts val="0"/>
              </a:spcAft>
              <a:buSzPts val="500"/>
              <a:buChar char="■"/>
              <a:defRPr sz="500"/>
            </a:lvl3pPr>
            <a:lvl4pPr marL="1828800" lvl="3" indent="-260350" algn="r" rtl="0">
              <a:spcBef>
                <a:spcPts val="0"/>
              </a:spcBef>
              <a:spcAft>
                <a:spcPts val="0"/>
              </a:spcAft>
              <a:buSzPts val="500"/>
              <a:buChar char="●"/>
              <a:defRPr sz="500"/>
            </a:lvl4pPr>
            <a:lvl5pPr marL="2286000" lvl="4" indent="-260350" algn="r" rtl="0">
              <a:spcBef>
                <a:spcPts val="0"/>
              </a:spcBef>
              <a:spcAft>
                <a:spcPts val="0"/>
              </a:spcAft>
              <a:buSzPts val="500"/>
              <a:buChar char="○"/>
              <a:defRPr sz="500"/>
            </a:lvl5pPr>
            <a:lvl6pPr marL="2743200" lvl="5" indent="-260350" algn="r" rtl="0">
              <a:spcBef>
                <a:spcPts val="0"/>
              </a:spcBef>
              <a:spcAft>
                <a:spcPts val="0"/>
              </a:spcAft>
              <a:buSzPts val="500"/>
              <a:buChar char="■"/>
              <a:defRPr sz="500"/>
            </a:lvl6pPr>
            <a:lvl7pPr marL="3200400" lvl="6" indent="-260350" algn="r" rtl="0">
              <a:spcBef>
                <a:spcPts val="0"/>
              </a:spcBef>
              <a:spcAft>
                <a:spcPts val="0"/>
              </a:spcAft>
              <a:buSzPts val="500"/>
              <a:buChar char="●"/>
              <a:defRPr sz="500"/>
            </a:lvl7pPr>
            <a:lvl8pPr marL="3657600" lvl="7" indent="-260350" algn="r" rtl="0">
              <a:spcBef>
                <a:spcPts val="0"/>
              </a:spcBef>
              <a:spcAft>
                <a:spcPts val="0"/>
              </a:spcAft>
              <a:buSzPts val="500"/>
              <a:buChar char="○"/>
              <a:defRPr sz="500"/>
            </a:lvl8pPr>
            <a:lvl9pPr marL="4114800" lvl="8" indent="-260350" algn="r" rtl="0">
              <a:spcBef>
                <a:spcPts val="0"/>
              </a:spcBef>
              <a:spcAft>
                <a:spcPts val="0"/>
              </a:spcAft>
              <a:buSzPts val="500"/>
              <a:buChar char="■"/>
              <a:defRPr sz="500"/>
            </a:lvl9pPr>
          </a:lstStyle>
          <a:p>
            <a:endParaRPr/>
          </a:p>
        </p:txBody>
      </p:sp>
      <p:sp>
        <p:nvSpPr>
          <p:cNvPr id="53" name="Google Shape;53;p10"/>
          <p:cNvSpPr txBox="1">
            <a:spLocks noGrp="1"/>
          </p:cNvSpPr>
          <p:nvPr>
            <p:ph type="sldNum" idx="5"/>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solidFill>
                  <a:schemeClr val="accent4"/>
                </a:solidFill>
              </a:defRPr>
            </a:lvl1pPr>
            <a:lvl2pPr lvl="1" rtl="0">
              <a:buNone/>
              <a:defRPr>
                <a:solidFill>
                  <a:schemeClr val="accent4"/>
                </a:solidFill>
              </a:defRPr>
            </a:lvl2pPr>
            <a:lvl3pPr lvl="2" rtl="0">
              <a:buNone/>
              <a:defRPr>
                <a:solidFill>
                  <a:schemeClr val="accent4"/>
                </a:solidFill>
              </a:defRPr>
            </a:lvl3pPr>
            <a:lvl4pPr lvl="3" rtl="0">
              <a:buNone/>
              <a:defRPr>
                <a:solidFill>
                  <a:schemeClr val="accent4"/>
                </a:solidFill>
              </a:defRPr>
            </a:lvl4pPr>
            <a:lvl5pPr lvl="4" rtl="0">
              <a:buNone/>
              <a:defRPr>
                <a:solidFill>
                  <a:schemeClr val="accent4"/>
                </a:solidFill>
              </a:defRPr>
            </a:lvl5pPr>
            <a:lvl6pPr lvl="5" rtl="0">
              <a:buNone/>
              <a:defRPr>
                <a:solidFill>
                  <a:schemeClr val="accent4"/>
                </a:solidFill>
              </a:defRPr>
            </a:lvl6pPr>
            <a:lvl7pPr lvl="6" rtl="0">
              <a:buNone/>
              <a:defRPr>
                <a:solidFill>
                  <a:schemeClr val="accent4"/>
                </a:solidFill>
              </a:defRPr>
            </a:lvl7pPr>
            <a:lvl8pPr lvl="7" rtl="0">
              <a:buNone/>
              <a:defRPr>
                <a:solidFill>
                  <a:schemeClr val="accent4"/>
                </a:solidFill>
              </a:defRPr>
            </a:lvl8pPr>
            <a:lvl9pPr lvl="8" rtl="0">
              <a:buNone/>
              <a:defRPr>
                <a:solidFill>
                  <a:schemeClr val="accent4"/>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4"/>
        <p:cNvGrpSpPr/>
        <p:nvPr/>
      </p:nvGrpSpPr>
      <p:grpSpPr>
        <a:xfrm>
          <a:off x="0" y="0"/>
          <a:ext cx="0" cy="0"/>
          <a:chOff x="0" y="0"/>
          <a:chExt cx="0" cy="0"/>
        </a:xfrm>
      </p:grpSpPr>
      <p:sp>
        <p:nvSpPr>
          <p:cNvPr id="55" name="Google Shape;55;p11"/>
          <p:cNvSpPr txBox="1">
            <a:spLocks noGrp="1"/>
          </p:cNvSpPr>
          <p:nvPr>
            <p:ph type="body" idx="1"/>
          </p:nvPr>
        </p:nvSpPr>
        <p:spPr>
          <a:xfrm>
            <a:off x="311700" y="42368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100"/>
              <a:buNone/>
              <a:defRPr sz="2100"/>
            </a:lvl1pPr>
          </a:lstStyle>
          <a:p>
            <a:endParaRPr/>
          </a:p>
        </p:txBody>
      </p:sp>
      <p:sp>
        <p:nvSpPr>
          <p:cNvPr id="56" name="Google Shape;56;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7"/>
        <p:cNvGrpSpPr/>
        <p:nvPr/>
      </p:nvGrpSpPr>
      <p:grpSpPr>
        <a:xfrm>
          <a:off x="0" y="0"/>
          <a:ext cx="0" cy="0"/>
          <a:chOff x="0" y="0"/>
          <a:chExt cx="0" cy="0"/>
        </a:xfrm>
      </p:grpSpPr>
      <p:sp>
        <p:nvSpPr>
          <p:cNvPr id="58" name="Google Shape;58;p12"/>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12"/>
          <p:cNvSpPr txBox="1">
            <a:spLocks noGrp="1"/>
          </p:cNvSpPr>
          <p:nvPr>
            <p:ph type="title" hasCustomPrompt="1"/>
          </p:nvPr>
        </p:nvSpPr>
        <p:spPr>
          <a:xfrm>
            <a:off x="311700" y="991475"/>
            <a:ext cx="8520600" cy="19179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60" name="Google Shape;60;p12"/>
          <p:cNvSpPr txBox="1">
            <a:spLocks noGrp="1"/>
          </p:cNvSpPr>
          <p:nvPr>
            <p:ph type="body" idx="1"/>
          </p:nvPr>
        </p:nvSpPr>
        <p:spPr>
          <a:xfrm>
            <a:off x="311700" y="3071300"/>
            <a:ext cx="8520600" cy="901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
        <p:cNvGrpSpPr/>
        <p:nvPr/>
      </p:nvGrpSpPr>
      <p:grpSpPr>
        <a:xfrm>
          <a:off x="0" y="0"/>
          <a:ext cx="0" cy="0"/>
          <a:chOff x="0" y="0"/>
          <a:chExt cx="0" cy="0"/>
        </a:xfrm>
      </p:grpSpPr>
      <p:sp>
        <p:nvSpPr>
          <p:cNvPr id="63" name="Google Shape;63;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pearmin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1pPr>
            <a:lvl2pPr lvl="1">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2pPr>
            <a:lvl3pPr lvl="2">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3pPr>
            <a:lvl4pPr lvl="3">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4pPr>
            <a:lvl5pPr lvl="4">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5pPr>
            <a:lvl6pPr lvl="5">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6pPr>
            <a:lvl7pPr lvl="6">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7pPr>
            <a:lvl8pPr lvl="7">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8pPr>
            <a:lvl9pPr lvl="8">
              <a:spcBef>
                <a:spcPts val="0"/>
              </a:spcBef>
              <a:spcAft>
                <a:spcPts val="0"/>
              </a:spcAft>
              <a:buClr>
                <a:schemeClr val="dk1"/>
              </a:buClr>
              <a:buSzPts val="2800"/>
              <a:buFont typeface="Proxima Nova"/>
              <a:buNone/>
              <a:defRPr sz="2800">
                <a:solidFill>
                  <a:schemeClr val="dk1"/>
                </a:solidFill>
                <a:latin typeface="Proxima Nova"/>
                <a:ea typeface="Proxima Nova"/>
                <a:cs typeface="Proxima Nova"/>
                <a:sym typeface="Proxima Nov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accent3"/>
              </a:buClr>
              <a:buSzPts val="1800"/>
              <a:buFont typeface="Proxima Nova"/>
              <a:buChar char="●"/>
              <a:defRPr sz="1800">
                <a:solidFill>
                  <a:schemeClr val="accent3"/>
                </a:solidFill>
                <a:latin typeface="Proxima Nova"/>
                <a:ea typeface="Proxima Nova"/>
                <a:cs typeface="Proxima Nova"/>
                <a:sym typeface="Proxima Nova"/>
              </a:defRPr>
            </a:lvl1pPr>
            <a:lvl2pPr marL="914400" lvl="1"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2pPr>
            <a:lvl3pPr marL="1371600" lvl="2"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3pPr>
            <a:lvl4pPr marL="1828800" lvl="3"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4pPr>
            <a:lvl5pPr marL="2286000" lvl="4"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5pPr>
            <a:lvl6pPr marL="2743200" lvl="5"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6pPr>
            <a:lvl7pPr marL="3200400" lvl="6"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7pPr>
            <a:lvl8pPr marL="3657600" lvl="7"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8pPr>
            <a:lvl9pPr marL="4114800" lvl="8" indent="-317500">
              <a:lnSpc>
                <a:spcPct val="115000"/>
              </a:lnSpc>
              <a:spcBef>
                <a:spcPts val="0"/>
              </a:spcBef>
              <a:spcAft>
                <a:spcPts val="0"/>
              </a:spcAft>
              <a:buClr>
                <a:schemeClr val="accent3"/>
              </a:buClr>
              <a:buSzPts val="1400"/>
              <a:buFont typeface="Proxima Nova"/>
              <a:buChar char="■"/>
              <a:defRPr>
                <a:solidFill>
                  <a:schemeClr val="accent3"/>
                </a:solidFill>
                <a:latin typeface="Proxima Nova"/>
                <a:ea typeface="Proxima Nova"/>
                <a:cs typeface="Proxima Nova"/>
                <a:sym typeface="Proxima Nova"/>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1"/>
                </a:solidFill>
                <a:latin typeface="Proxima Nova"/>
                <a:ea typeface="Proxima Nova"/>
                <a:cs typeface="Proxima Nova"/>
                <a:sym typeface="Proxima Nova"/>
              </a:defRPr>
            </a:lvl1pPr>
            <a:lvl2pPr lvl="1" algn="r">
              <a:buNone/>
              <a:defRPr sz="1000">
                <a:solidFill>
                  <a:schemeClr val="dk1"/>
                </a:solidFill>
                <a:latin typeface="Proxima Nova"/>
                <a:ea typeface="Proxima Nova"/>
                <a:cs typeface="Proxima Nova"/>
                <a:sym typeface="Proxima Nova"/>
              </a:defRPr>
            </a:lvl2pPr>
            <a:lvl3pPr lvl="2" algn="r">
              <a:buNone/>
              <a:defRPr sz="1000">
                <a:solidFill>
                  <a:schemeClr val="dk1"/>
                </a:solidFill>
                <a:latin typeface="Proxima Nova"/>
                <a:ea typeface="Proxima Nova"/>
                <a:cs typeface="Proxima Nova"/>
                <a:sym typeface="Proxima Nova"/>
              </a:defRPr>
            </a:lvl3pPr>
            <a:lvl4pPr lvl="3" algn="r">
              <a:buNone/>
              <a:defRPr sz="1000">
                <a:solidFill>
                  <a:schemeClr val="dk1"/>
                </a:solidFill>
                <a:latin typeface="Proxima Nova"/>
                <a:ea typeface="Proxima Nova"/>
                <a:cs typeface="Proxima Nova"/>
                <a:sym typeface="Proxima Nova"/>
              </a:defRPr>
            </a:lvl4pPr>
            <a:lvl5pPr lvl="4" algn="r">
              <a:buNone/>
              <a:defRPr sz="1000">
                <a:solidFill>
                  <a:schemeClr val="dk1"/>
                </a:solidFill>
                <a:latin typeface="Proxima Nova"/>
                <a:ea typeface="Proxima Nova"/>
                <a:cs typeface="Proxima Nova"/>
                <a:sym typeface="Proxima Nova"/>
              </a:defRPr>
            </a:lvl5pPr>
            <a:lvl6pPr lvl="5" algn="r">
              <a:buNone/>
              <a:defRPr sz="1000">
                <a:solidFill>
                  <a:schemeClr val="dk1"/>
                </a:solidFill>
                <a:latin typeface="Proxima Nova"/>
                <a:ea typeface="Proxima Nova"/>
                <a:cs typeface="Proxima Nova"/>
                <a:sym typeface="Proxima Nova"/>
              </a:defRPr>
            </a:lvl6pPr>
            <a:lvl7pPr lvl="6" algn="r">
              <a:buNone/>
              <a:defRPr sz="1000">
                <a:solidFill>
                  <a:schemeClr val="dk1"/>
                </a:solidFill>
                <a:latin typeface="Proxima Nova"/>
                <a:ea typeface="Proxima Nova"/>
                <a:cs typeface="Proxima Nova"/>
                <a:sym typeface="Proxima Nova"/>
              </a:defRPr>
            </a:lvl7pPr>
            <a:lvl8pPr lvl="7" algn="r">
              <a:buNone/>
              <a:defRPr sz="1000">
                <a:solidFill>
                  <a:schemeClr val="dk1"/>
                </a:solidFill>
                <a:latin typeface="Proxima Nova"/>
                <a:ea typeface="Proxima Nova"/>
                <a:cs typeface="Proxima Nova"/>
                <a:sym typeface="Proxima Nova"/>
              </a:defRPr>
            </a:lvl8pPr>
            <a:lvl9pPr lvl="8" algn="r">
              <a:buNone/>
              <a:defRPr sz="1000">
                <a:solidFill>
                  <a:schemeClr val="dk1"/>
                </a:solidFill>
                <a:latin typeface="Proxima Nova"/>
                <a:ea typeface="Proxima Nova"/>
                <a:cs typeface="Proxima Nova"/>
                <a:sym typeface="Proxima Nova"/>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hyperlink" Target="https://www.oracle.com/in/java/technologies/downloads/#jdk25-mac" TargetMode="External"/><Relationship Id="rId2" Type="http://schemas.openxmlformats.org/officeDocument/2006/relationships/hyperlink" Target="https://www.oracle.com/in/java/technologies/downloads/#jdk25-windows" TargetMode="Externa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What is Programming?</a:t>
            </a:r>
          </a:p>
        </p:txBody>
      </p:sp>
      <p:sp>
        <p:nvSpPr>
          <p:cNvPr id="4" name="Subtitle 3"/>
          <p:cNvSpPr>
            <a:spLocks noGrp="1"/>
          </p:cNvSpPr>
          <p:nvPr>
            <p:ph type="subTitle" idx="13"/>
          </p:nvPr>
        </p:nvSpPr>
        <p:spPr/>
        <p:txBody>
          <a:bodyPr>
            <a:normAutofit/>
          </a:bodyPr>
          <a:lstStyle/>
          <a:p>
            <a:r>
              <a:t>Basic Concept</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1729382"/>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a:solidFill>
                  <a:srgbClr val="616161"/>
                </a:solidFill>
                <a:latin typeface="Proxima Nova"/>
              </a:rPr>
              <a:t>Definition:</a:t>
            </a:r>
            <a:r>
              <a:rPr sz="1300" b="0" i="0">
                <a:solidFill>
                  <a:srgbClr val="616161"/>
                </a:solidFill>
                <a:latin typeface="Proxima Nova"/>
              </a:rPr>
              <a:t> Programming is writing instructions for a computer to perform specific tasks.</a:t>
            </a:r>
          </a:p>
          <a:p>
            <a:pPr marL="228600" lvl="1" indent="-91440" algn="l">
              <a:spcBef>
                <a:spcPts val="1200"/>
              </a:spcBef>
              <a:spcAft>
                <a:spcPts val="0"/>
              </a:spcAft>
              <a:buSzPct val="100000"/>
              <a:buFont typeface="Arial"/>
              <a:buChar char="•"/>
            </a:pPr>
            <a:r>
              <a:rPr sz="1300" b="1" i="0">
                <a:solidFill>
                  <a:srgbClr val="616161"/>
                </a:solidFill>
                <a:latin typeface="Proxima Nova"/>
              </a:rPr>
              <a:t>Instructions:</a:t>
            </a:r>
            <a:r>
              <a:rPr sz="1300" b="0" i="0">
                <a:solidFill>
                  <a:srgbClr val="616161"/>
                </a:solidFill>
                <a:latin typeface="Proxima Nova"/>
              </a:rPr>
              <a:t> These instructions are written in languages that computers can understand.</a:t>
            </a:r>
          </a:p>
          <a:p>
            <a:pPr marL="228600" lvl="1" indent="-91440" algn="l">
              <a:spcBef>
                <a:spcPts val="1200"/>
              </a:spcBef>
              <a:spcAft>
                <a:spcPts val="0"/>
              </a:spcAft>
              <a:buSzPct val="100000"/>
              <a:buFont typeface="Arial"/>
              <a:buChar char="•"/>
            </a:pPr>
            <a:r>
              <a:rPr sz="1300" b="1" i="0">
                <a:solidFill>
                  <a:srgbClr val="616161"/>
                </a:solidFill>
                <a:latin typeface="Proxima Nova"/>
              </a:rPr>
              <a:t>Purpose:</a:t>
            </a:r>
            <a:r>
              <a:rPr sz="1300" b="0" i="0">
                <a:solidFill>
                  <a:srgbClr val="616161"/>
                </a:solidFill>
                <a:latin typeface="Proxima Nova"/>
              </a:rPr>
              <a:t> To automate tasks, solve problems, or create systems and applications.</a:t>
            </a:r>
          </a:p>
        </p:txBody>
      </p:sp>
      <p:sp>
        <p:nvSpPr>
          <p:cNvPr id="10" name="Rectangle 9"/>
          <p:cNvSpPr/>
          <p:nvPr/>
        </p:nvSpPr>
        <p:spPr>
          <a:xfrm>
            <a:off x="4724400" y="1508670"/>
            <a:ext cx="4190999"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pic>
        <p:nvPicPr>
          <p:cNvPr id="12" name="Picture 11" descr="tmpzwgwln8e.png"/>
          <p:cNvPicPr>
            <a:picLocks noChangeAspect="1"/>
          </p:cNvPicPr>
          <p:nvPr/>
        </p:nvPicPr>
        <p:blipFill>
          <a:blip r:embed="rId3"/>
          <a:stretch>
            <a:fillRect/>
          </a:stretch>
        </p:blipFill>
        <p:spPr>
          <a:xfrm>
            <a:off x="4724400" y="1508670"/>
            <a:ext cx="4190999" cy="2362200"/>
          </a:xfrm>
          <a:prstGeom prst="rect">
            <a:avLst/>
          </a:prstGeom>
        </p:spPr>
      </p:pic>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724400" y="3947070"/>
            <a:ext cx="4190999" cy="138499"/>
          </a:xfrm>
          <a:prstGeom prst="rect">
            <a:avLst/>
          </a:prstGeom>
          <a:noFill/>
          <a:ln>
            <a:noFill/>
          </a:ln>
        </p:spPr>
        <p:txBody>
          <a:bodyPr wrap="square" lIns="0" tIns="0" rIns="0" bIns="0" anchor="t">
            <a:spAutoFit/>
          </a:bodyPr>
          <a:lstStyle/>
          <a:p>
            <a:pPr algn="r">
              <a:spcAft>
                <a:spcPts val="1200"/>
              </a:spcAft>
            </a:pPr>
            <a:endParaRPr sz="900" b="0" i="0" dirty="0">
              <a:solidFill>
                <a:srgbClr val="616161"/>
              </a:solidFill>
              <a:latin typeface="Proxima Nov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High-Level vs Low-Level Programming</a:t>
            </a:r>
          </a:p>
        </p:txBody>
      </p:sp>
      <p:sp>
        <p:nvSpPr>
          <p:cNvPr id="4" name="Subtitle 3"/>
          <p:cNvSpPr>
            <a:spLocks noGrp="1"/>
          </p:cNvSpPr>
          <p:nvPr>
            <p:ph type="subTitle" idx="13"/>
          </p:nvPr>
        </p:nvSpPr>
        <p:spPr/>
        <p:txBody>
          <a:bodyPr>
            <a:normAutofit/>
          </a:bodyPr>
          <a:lstStyle/>
          <a:p>
            <a:r>
              <a:t>Types of Programming Languages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2692300"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42235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2235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qgznfv7f.png"/>
          <p:cNvPicPr>
            <a:picLocks noChangeAspect="1"/>
          </p:cNvPicPr>
          <p:nvPr/>
        </p:nvPicPr>
        <p:blipFill>
          <a:blip r:embed="rId3"/>
          <a:stretch>
            <a:fillRect/>
          </a:stretch>
        </p:blipFill>
        <p:spPr>
          <a:xfrm>
            <a:off x="1422350" y="1508670"/>
            <a:ext cx="304800" cy="304800"/>
          </a:xfrm>
          <a:prstGeom prst="rect">
            <a:avLst/>
          </a:prstGeom>
        </p:spPr>
      </p:pic>
      <p:sp>
        <p:nvSpPr>
          <p:cNvPr id="13" name="TextBox 12"/>
          <p:cNvSpPr txBox="1"/>
          <p:nvPr/>
        </p:nvSpPr>
        <p:spPr>
          <a:xfrm>
            <a:off x="228600" y="1965870"/>
            <a:ext cx="2692300"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High-Level Languages</a:t>
            </a:r>
          </a:p>
          <a:p>
            <a:pPr algn="ctr">
              <a:spcAft>
                <a:spcPts val="1200"/>
              </a:spcAft>
            </a:pPr>
            <a:r>
              <a:rPr sz="1300" b="0" i="0">
                <a:solidFill>
                  <a:srgbClr val="616161"/>
                </a:solidFill>
                <a:latin typeface="Proxima Nova"/>
              </a:rPr>
              <a:t>Closer to human languages (e.g., Java, Python), easy to read and write.</a:t>
            </a:r>
          </a:p>
        </p:txBody>
      </p:sp>
      <p:sp>
        <p:nvSpPr>
          <p:cNvPr id="14" name="Rectangle 13"/>
          <p:cNvSpPr/>
          <p:nvPr/>
        </p:nvSpPr>
        <p:spPr>
          <a:xfrm>
            <a:off x="3225700" y="1508670"/>
            <a:ext cx="2692449"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19451"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19451"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m8onsrbp.png"/>
          <p:cNvPicPr>
            <a:picLocks noChangeAspect="1"/>
          </p:cNvPicPr>
          <p:nvPr/>
        </p:nvPicPr>
        <p:blipFill>
          <a:blip r:embed="rId4"/>
          <a:stretch>
            <a:fillRect/>
          </a:stretch>
        </p:blipFill>
        <p:spPr>
          <a:xfrm>
            <a:off x="4419451" y="1508670"/>
            <a:ext cx="304800" cy="304800"/>
          </a:xfrm>
          <a:prstGeom prst="rect">
            <a:avLst/>
          </a:prstGeom>
        </p:spPr>
      </p:pic>
      <p:sp>
        <p:nvSpPr>
          <p:cNvPr id="18" name="TextBox 17"/>
          <p:cNvSpPr txBox="1"/>
          <p:nvPr/>
        </p:nvSpPr>
        <p:spPr>
          <a:xfrm>
            <a:off x="3225700" y="1965870"/>
            <a:ext cx="2692449"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Low-Level Languages</a:t>
            </a:r>
          </a:p>
          <a:p>
            <a:pPr algn="ctr">
              <a:spcAft>
                <a:spcPts val="1200"/>
              </a:spcAft>
            </a:pPr>
            <a:r>
              <a:rPr sz="1300" b="0" i="0">
                <a:solidFill>
                  <a:srgbClr val="616161"/>
                </a:solidFill>
                <a:latin typeface="Proxima Nova"/>
              </a:rPr>
              <a:t>Closer to machine language (e.g., Assembly, Machine code), harder to understand.</a:t>
            </a:r>
          </a:p>
        </p:txBody>
      </p:sp>
      <p:sp>
        <p:nvSpPr>
          <p:cNvPr id="19" name="Rectangle 18"/>
          <p:cNvSpPr/>
          <p:nvPr/>
        </p:nvSpPr>
        <p:spPr>
          <a:xfrm>
            <a:off x="6222950" y="1508670"/>
            <a:ext cx="2692300" cy="127992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16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6700" y="1508670"/>
            <a:ext cx="304800" cy="304800"/>
          </a:xfrm>
          <a:prstGeom prst="rect">
            <a:avLst/>
          </a:prstGeom>
          <a:noFill/>
          <a:ln>
            <a:noFill/>
          </a:ln>
        </p:spPr>
        <p:txBody>
          <a:bodyPr wrap="square" lIns="0" tIns="0" rIns="0" bIns="0" anchor="t">
            <a:spAutoFit/>
          </a:bodyPr>
          <a:lstStyle/>
          <a:p>
            <a:pPr algn="ctr"/>
            <a:endParaRPr/>
          </a:p>
        </p:txBody>
      </p:sp>
      <p:pic>
        <p:nvPicPr>
          <p:cNvPr id="22" name="Picture 21" descr="tmpwpuv9nit.png"/>
          <p:cNvPicPr>
            <a:picLocks noChangeAspect="1"/>
          </p:cNvPicPr>
          <p:nvPr/>
        </p:nvPicPr>
        <p:blipFill>
          <a:blip r:embed="rId5"/>
          <a:stretch>
            <a:fillRect/>
          </a:stretch>
        </p:blipFill>
        <p:spPr>
          <a:xfrm>
            <a:off x="7416700" y="1508670"/>
            <a:ext cx="304800" cy="304800"/>
          </a:xfrm>
          <a:prstGeom prst="rect">
            <a:avLst/>
          </a:prstGeom>
        </p:spPr>
      </p:pic>
      <p:sp>
        <p:nvSpPr>
          <p:cNvPr id="23" name="TextBox 22"/>
          <p:cNvSpPr txBox="1"/>
          <p:nvPr/>
        </p:nvSpPr>
        <p:spPr>
          <a:xfrm>
            <a:off x="6222950" y="1965870"/>
            <a:ext cx="2692300"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Translation Required</a:t>
            </a:r>
          </a:p>
          <a:p>
            <a:pPr algn="ctr">
              <a:spcAft>
                <a:spcPts val="1200"/>
              </a:spcAft>
            </a:pPr>
            <a:r>
              <a:rPr sz="1300" b="0" i="0">
                <a:solidFill>
                  <a:srgbClr val="616161"/>
                </a:solidFill>
                <a:latin typeface="Proxima Nova"/>
              </a:rPr>
              <a:t>High-level code needs to be translated into low-level for execution.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What is Binary Code?</a:t>
            </a:r>
          </a:p>
        </p:txBody>
      </p:sp>
      <p:sp>
        <p:nvSpPr>
          <p:cNvPr id="4" name="Subtitle 3"/>
          <p:cNvSpPr>
            <a:spLocks noGrp="1"/>
          </p:cNvSpPr>
          <p:nvPr>
            <p:ph type="subTitle" idx="13"/>
          </p:nvPr>
        </p:nvSpPr>
        <p:spPr/>
        <p:txBody>
          <a:bodyPr>
            <a:normAutofit/>
          </a:bodyPr>
          <a:lstStyle/>
          <a:p>
            <a:r>
              <a:t>The Language of Computers</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1729382"/>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a:solidFill>
                  <a:srgbClr val="616161"/>
                </a:solidFill>
                <a:latin typeface="Proxima Nova"/>
              </a:rPr>
              <a:t>Binary System:</a:t>
            </a:r>
            <a:r>
              <a:rPr sz="1300" b="0" i="0">
                <a:solidFill>
                  <a:srgbClr val="616161"/>
                </a:solidFill>
                <a:latin typeface="Proxima Nova"/>
              </a:rPr>
              <a:t> Binary uses only two digits: 0 and 1, representing off and on states.</a:t>
            </a:r>
          </a:p>
          <a:p>
            <a:pPr marL="228600" lvl="1" indent="-91440" algn="l">
              <a:spcBef>
                <a:spcPts val="1200"/>
              </a:spcBef>
              <a:spcAft>
                <a:spcPts val="0"/>
              </a:spcAft>
              <a:buSzPct val="100000"/>
              <a:buFont typeface="Arial"/>
              <a:buChar char="•"/>
            </a:pPr>
            <a:r>
              <a:rPr sz="1300" b="1" i="0">
                <a:solidFill>
                  <a:srgbClr val="616161"/>
                </a:solidFill>
                <a:latin typeface="Proxima Nova"/>
              </a:rPr>
              <a:t>Machine Language:</a:t>
            </a:r>
            <a:r>
              <a:rPr sz="1300" b="0" i="0">
                <a:solidFill>
                  <a:srgbClr val="616161"/>
                </a:solidFill>
                <a:latin typeface="Proxima Nova"/>
              </a:rPr>
              <a:t> All computer operations are ultimately expressed in binary.</a:t>
            </a:r>
          </a:p>
          <a:p>
            <a:pPr marL="228600" lvl="1" indent="-91440" algn="l">
              <a:spcBef>
                <a:spcPts val="1200"/>
              </a:spcBef>
              <a:spcAft>
                <a:spcPts val="0"/>
              </a:spcAft>
              <a:buSzPct val="100000"/>
              <a:buFont typeface="Arial"/>
              <a:buChar char="•"/>
            </a:pPr>
            <a:r>
              <a:rPr sz="1300" b="1" i="0">
                <a:solidFill>
                  <a:srgbClr val="616161"/>
                </a:solidFill>
                <a:latin typeface="Proxima Nova"/>
              </a:rPr>
              <a:t>Conversion:</a:t>
            </a:r>
            <a:r>
              <a:rPr sz="1300" b="0" i="0">
                <a:solidFill>
                  <a:srgbClr val="616161"/>
                </a:solidFill>
                <a:latin typeface="Proxima Nova"/>
              </a:rPr>
              <a:t> High-level code is translated to binary for computer execution.</a:t>
            </a:r>
          </a:p>
        </p:txBody>
      </p:sp>
      <p:sp>
        <p:nvSpPr>
          <p:cNvPr id="10" name="Rectangle 9"/>
          <p:cNvSpPr/>
          <p:nvPr/>
        </p:nvSpPr>
        <p:spPr>
          <a:xfrm>
            <a:off x="4724400" y="1508670"/>
            <a:ext cx="4190999"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a:extLst>
              <a:ext uri="{FF2B5EF4-FFF2-40B4-BE49-F238E27FC236}">
                <a16:creationId xmlns:a16="http://schemas.microsoft.com/office/drawing/2014/main" id="{354D226F-1336-4EE7-1D27-9AA29F631F31}"/>
              </a:ext>
            </a:extLst>
          </p:cNvPr>
          <p:cNvPicPr>
            <a:picLocks noChangeAspect="1"/>
          </p:cNvPicPr>
          <p:nvPr/>
        </p:nvPicPr>
        <p:blipFill>
          <a:blip r:embed="rId3"/>
          <a:stretch>
            <a:fillRect/>
          </a:stretch>
        </p:blipFill>
        <p:spPr>
          <a:xfrm>
            <a:off x="4880630" y="1026859"/>
            <a:ext cx="4034770" cy="271834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Compiler and Interpreter</a:t>
            </a:r>
          </a:p>
        </p:txBody>
      </p:sp>
      <p:sp>
        <p:nvSpPr>
          <p:cNvPr id="4" name="Subtitle 3"/>
          <p:cNvSpPr>
            <a:spLocks noGrp="1"/>
          </p:cNvSpPr>
          <p:nvPr>
            <p:ph type="subTitle" idx="13"/>
          </p:nvPr>
        </p:nvSpPr>
        <p:spPr/>
        <p:txBody>
          <a:bodyPr>
            <a:normAutofit/>
          </a:bodyPr>
          <a:lstStyle/>
          <a:p>
            <a:r>
              <a:t>Translating Code</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8686800" cy="107424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228600" y="1508670"/>
            <a:ext cx="2692300" cy="107424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42235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422350" y="1508670"/>
            <a:ext cx="304800" cy="304800"/>
          </a:xfrm>
          <a:prstGeom prst="rect">
            <a:avLst/>
          </a:prstGeom>
          <a:noFill/>
          <a:ln>
            <a:noFill/>
          </a:ln>
        </p:spPr>
        <p:txBody>
          <a:bodyPr wrap="square" lIns="0" tIns="0" rIns="0" bIns="0" anchor="t">
            <a:spAutoFit/>
          </a:bodyPr>
          <a:lstStyle/>
          <a:p>
            <a:pPr algn="ctr"/>
            <a:endParaRPr/>
          </a:p>
        </p:txBody>
      </p:sp>
      <p:pic>
        <p:nvPicPr>
          <p:cNvPr id="12" name="Picture 11" descr="tmpxw9ecy6y.png"/>
          <p:cNvPicPr>
            <a:picLocks noChangeAspect="1"/>
          </p:cNvPicPr>
          <p:nvPr/>
        </p:nvPicPr>
        <p:blipFill>
          <a:blip r:embed="rId3"/>
          <a:stretch>
            <a:fillRect/>
          </a:stretch>
        </p:blipFill>
        <p:spPr>
          <a:xfrm>
            <a:off x="1422350" y="1508670"/>
            <a:ext cx="304800" cy="304800"/>
          </a:xfrm>
          <a:prstGeom prst="rect">
            <a:avLst/>
          </a:prstGeom>
        </p:spPr>
      </p:pic>
      <p:sp>
        <p:nvSpPr>
          <p:cNvPr id="13" name="TextBox 12"/>
          <p:cNvSpPr txBox="1"/>
          <p:nvPr/>
        </p:nvSpPr>
        <p:spPr>
          <a:xfrm>
            <a:off x="228600" y="1965870"/>
            <a:ext cx="2692300"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Compiler</a:t>
            </a:r>
          </a:p>
          <a:p>
            <a:pPr algn="ctr">
              <a:spcAft>
                <a:spcPts val="1200"/>
              </a:spcAft>
            </a:pPr>
            <a:r>
              <a:rPr sz="1300" b="0" i="0">
                <a:solidFill>
                  <a:srgbClr val="616161"/>
                </a:solidFill>
                <a:latin typeface="Proxima Nova"/>
              </a:rPr>
              <a:t>Translates the entire program into machine code before execution.</a:t>
            </a:r>
          </a:p>
        </p:txBody>
      </p:sp>
      <p:sp>
        <p:nvSpPr>
          <p:cNvPr id="14" name="Rectangle 13"/>
          <p:cNvSpPr/>
          <p:nvPr/>
        </p:nvSpPr>
        <p:spPr>
          <a:xfrm>
            <a:off x="3225700" y="1508670"/>
            <a:ext cx="2692449" cy="107424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419451"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419451" y="1508670"/>
            <a:ext cx="304800" cy="304800"/>
          </a:xfrm>
          <a:prstGeom prst="rect">
            <a:avLst/>
          </a:prstGeom>
          <a:noFill/>
          <a:ln>
            <a:noFill/>
          </a:ln>
        </p:spPr>
        <p:txBody>
          <a:bodyPr wrap="square" lIns="0" tIns="0" rIns="0" bIns="0" anchor="t">
            <a:spAutoFit/>
          </a:bodyPr>
          <a:lstStyle/>
          <a:p>
            <a:pPr algn="ctr"/>
            <a:endParaRPr/>
          </a:p>
        </p:txBody>
      </p:sp>
      <p:pic>
        <p:nvPicPr>
          <p:cNvPr id="17" name="Picture 16" descr="tmpjxbpas_q.png"/>
          <p:cNvPicPr>
            <a:picLocks noChangeAspect="1"/>
          </p:cNvPicPr>
          <p:nvPr/>
        </p:nvPicPr>
        <p:blipFill>
          <a:blip r:embed="rId4"/>
          <a:stretch>
            <a:fillRect/>
          </a:stretch>
        </p:blipFill>
        <p:spPr>
          <a:xfrm>
            <a:off x="4419451" y="1508670"/>
            <a:ext cx="304800" cy="304800"/>
          </a:xfrm>
          <a:prstGeom prst="rect">
            <a:avLst/>
          </a:prstGeom>
        </p:spPr>
      </p:pic>
      <p:sp>
        <p:nvSpPr>
          <p:cNvPr id="18" name="TextBox 17"/>
          <p:cNvSpPr txBox="1"/>
          <p:nvPr/>
        </p:nvSpPr>
        <p:spPr>
          <a:xfrm>
            <a:off x="3225700" y="1965870"/>
            <a:ext cx="2692449"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Interpreter</a:t>
            </a:r>
          </a:p>
          <a:p>
            <a:pPr algn="ctr">
              <a:spcAft>
                <a:spcPts val="1200"/>
              </a:spcAft>
            </a:pPr>
            <a:r>
              <a:rPr sz="1300" b="0" i="0">
                <a:solidFill>
                  <a:srgbClr val="616161"/>
                </a:solidFill>
                <a:latin typeface="Proxima Nova"/>
              </a:rPr>
              <a:t>Translates code line-by-line during execution.</a:t>
            </a:r>
          </a:p>
        </p:txBody>
      </p:sp>
      <p:sp>
        <p:nvSpPr>
          <p:cNvPr id="19" name="Rectangle 18"/>
          <p:cNvSpPr/>
          <p:nvPr/>
        </p:nvSpPr>
        <p:spPr>
          <a:xfrm>
            <a:off x="6222950" y="1508670"/>
            <a:ext cx="2692300" cy="1074241"/>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416700" y="1508670"/>
            <a:ext cx="304800" cy="304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416700" y="1508670"/>
            <a:ext cx="304800" cy="304800"/>
          </a:xfrm>
          <a:prstGeom prst="rect">
            <a:avLst/>
          </a:prstGeom>
          <a:noFill/>
          <a:ln>
            <a:noFill/>
          </a:ln>
        </p:spPr>
        <p:txBody>
          <a:bodyPr wrap="square" lIns="0" tIns="0" rIns="0" bIns="0" anchor="t">
            <a:spAutoFit/>
          </a:bodyPr>
          <a:lstStyle/>
          <a:p>
            <a:pPr algn="ctr"/>
            <a:endParaRPr/>
          </a:p>
        </p:txBody>
      </p:sp>
      <p:pic>
        <p:nvPicPr>
          <p:cNvPr id="22" name="Picture 21" descr="tmpabg7ma81.png"/>
          <p:cNvPicPr>
            <a:picLocks noChangeAspect="1"/>
          </p:cNvPicPr>
          <p:nvPr/>
        </p:nvPicPr>
        <p:blipFill>
          <a:blip r:embed="rId5"/>
          <a:stretch>
            <a:fillRect/>
          </a:stretch>
        </p:blipFill>
        <p:spPr>
          <a:xfrm>
            <a:off x="7416700" y="1508670"/>
            <a:ext cx="304800" cy="304800"/>
          </a:xfrm>
          <a:prstGeom prst="rect">
            <a:avLst/>
          </a:prstGeom>
        </p:spPr>
      </p:pic>
      <p:sp>
        <p:nvSpPr>
          <p:cNvPr id="23" name="TextBox 22"/>
          <p:cNvSpPr txBox="1"/>
          <p:nvPr/>
        </p:nvSpPr>
        <p:spPr>
          <a:xfrm>
            <a:off x="6222950" y="1965870"/>
            <a:ext cx="2692300" cy="205680"/>
          </a:xfrm>
          <a:prstGeom prst="rect">
            <a:avLst/>
          </a:prstGeom>
          <a:noFill/>
          <a:ln>
            <a:noFill/>
          </a:ln>
        </p:spPr>
        <p:txBody>
          <a:bodyPr wrap="square" lIns="0" tIns="0" rIns="0" bIns="0" anchor="t">
            <a:spAutoFit/>
          </a:bodyPr>
          <a:lstStyle/>
          <a:p>
            <a:pPr algn="ctr"/>
            <a:r>
              <a:rPr sz="1300" b="1" i="0">
                <a:solidFill>
                  <a:srgbClr val="616161"/>
                </a:solidFill>
                <a:latin typeface="Proxima Nova"/>
              </a:rPr>
              <a:t>Java</a:t>
            </a:r>
          </a:p>
          <a:p>
            <a:pPr algn="ctr">
              <a:spcAft>
                <a:spcPts val="1200"/>
              </a:spcAft>
            </a:pPr>
            <a:r>
              <a:rPr sz="1300" b="0" i="0">
                <a:solidFill>
                  <a:srgbClr val="616161"/>
                </a:solidFill>
                <a:latin typeface="Proxima Nova"/>
              </a:rPr>
              <a:t>Uses both: compiles to bytecode, then interpreted by JVM.</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History of Java</a:t>
            </a:r>
          </a:p>
        </p:txBody>
      </p:sp>
      <p:sp>
        <p:nvSpPr>
          <p:cNvPr id="4" name="Subtitle 3"/>
          <p:cNvSpPr>
            <a:spLocks noGrp="1"/>
          </p:cNvSpPr>
          <p:nvPr>
            <p:ph type="subTitle" idx="13"/>
          </p:nvPr>
        </p:nvSpPr>
        <p:spPr/>
        <p:txBody>
          <a:bodyPr>
            <a:normAutofit/>
          </a:bodyPr>
          <a:lstStyle/>
          <a:p>
            <a:r>
              <a:rPr dirty="0"/>
              <a:t>Timeline Overview</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28600" y="1508670"/>
            <a:ext cx="4190999" cy="4019049"/>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dirty="0">
                <a:solidFill>
                  <a:srgbClr val="616161"/>
                </a:solidFill>
                <a:latin typeface="Proxima Nova"/>
              </a:rPr>
              <a:t>1991 - Project Started:</a:t>
            </a:r>
            <a:r>
              <a:rPr sz="1300" b="0" i="0" dirty="0">
                <a:solidFill>
                  <a:srgbClr val="616161"/>
                </a:solidFill>
                <a:latin typeface="Proxima Nova"/>
              </a:rPr>
              <a:t> Java was initiated by Sun Microsystems as the Green Project</a:t>
            </a:r>
            <a:r>
              <a:rPr lang="en-IN" sz="1300" b="0" i="0" dirty="0">
                <a:solidFill>
                  <a:srgbClr val="616161"/>
                </a:solidFill>
                <a:latin typeface="Proxima Nova"/>
              </a:rPr>
              <a:t> and initial name was </a:t>
            </a:r>
            <a:r>
              <a:rPr lang="en-IN" sz="1300" b="1" i="0" dirty="0">
                <a:solidFill>
                  <a:schemeClr val="tx1"/>
                </a:solidFill>
                <a:latin typeface="Arial Black" panose="020B0A04020102020204" pitchFamily="34" charset="0"/>
              </a:rPr>
              <a:t>OAK</a:t>
            </a:r>
            <a:r>
              <a:rPr sz="1300" b="0" i="0" dirty="0">
                <a:solidFill>
                  <a:srgbClr val="616161"/>
                </a:solidFill>
                <a:latin typeface="Proxima Nova"/>
              </a:rPr>
              <a:t>.</a:t>
            </a:r>
          </a:p>
          <a:p>
            <a:pPr marL="228600" lvl="1" indent="-91440" algn="l">
              <a:spcBef>
                <a:spcPts val="1200"/>
              </a:spcBef>
              <a:spcAft>
                <a:spcPts val="0"/>
              </a:spcAft>
              <a:buSzPct val="100000"/>
              <a:buFont typeface="Arial"/>
              <a:buChar char="•"/>
            </a:pPr>
            <a:r>
              <a:rPr sz="1300" b="1" i="0" dirty="0">
                <a:solidFill>
                  <a:srgbClr val="616161"/>
                </a:solidFill>
                <a:latin typeface="Proxima Nova"/>
              </a:rPr>
              <a:t>1995 - Java Released:</a:t>
            </a:r>
            <a:r>
              <a:rPr sz="1300" b="0" i="0" dirty="0">
                <a:solidFill>
                  <a:srgbClr val="616161"/>
                </a:solidFill>
                <a:latin typeface="Proxima Nova"/>
              </a:rPr>
              <a:t> </a:t>
            </a:r>
            <a:r>
              <a:rPr lang="en-IN" sz="1300" b="0" i="0" dirty="0">
                <a:solidFill>
                  <a:srgbClr val="616161"/>
                </a:solidFill>
                <a:latin typeface="Proxima Nova"/>
              </a:rPr>
              <a:t>Renamed it to </a:t>
            </a:r>
            <a:r>
              <a:rPr sz="1300" b="1" i="0" dirty="0">
                <a:solidFill>
                  <a:schemeClr val="tx1"/>
                </a:solidFill>
                <a:latin typeface="Arial Black" panose="020B0A04020102020204" pitchFamily="34" charset="0"/>
              </a:rPr>
              <a:t>Java</a:t>
            </a:r>
            <a:r>
              <a:rPr sz="1300" b="0" i="0" dirty="0">
                <a:solidFill>
                  <a:srgbClr val="616161"/>
                </a:solidFill>
                <a:latin typeface="Proxima Nova"/>
              </a:rPr>
              <a:t> </a:t>
            </a:r>
            <a:r>
              <a:rPr lang="en-IN" sz="1300" dirty="0">
                <a:solidFill>
                  <a:srgbClr val="616161"/>
                </a:solidFill>
                <a:latin typeface="Proxima Nova"/>
              </a:rPr>
              <a:t>and  Java </a:t>
            </a:r>
            <a:r>
              <a:rPr sz="1300" b="0" i="0" dirty="0">
                <a:solidFill>
                  <a:srgbClr val="616161"/>
                </a:solidFill>
                <a:latin typeface="Proxima Nova"/>
              </a:rPr>
              <a:t>1.0 launched with write-once-run-anywhere philosophy.</a:t>
            </a:r>
          </a:p>
          <a:p>
            <a:pPr marL="228600" lvl="1" indent="-91440" algn="l">
              <a:spcBef>
                <a:spcPts val="1200"/>
              </a:spcBef>
              <a:spcAft>
                <a:spcPts val="0"/>
              </a:spcAft>
              <a:buSzPct val="100000"/>
              <a:buFont typeface="Arial"/>
              <a:buChar char="•"/>
            </a:pPr>
            <a:r>
              <a:rPr sz="1300" b="1" i="0" dirty="0">
                <a:solidFill>
                  <a:srgbClr val="616161"/>
                </a:solidFill>
                <a:latin typeface="Proxima Nova"/>
              </a:rPr>
              <a:t>2010 - Oracle Acquisition:</a:t>
            </a:r>
            <a:r>
              <a:rPr sz="1300" b="0" i="0" dirty="0">
                <a:solidFill>
                  <a:srgbClr val="616161"/>
                </a:solidFill>
                <a:latin typeface="Proxima Nova"/>
              </a:rPr>
              <a:t> Oracle acquired Sun Microsystems and took over Java.</a:t>
            </a:r>
            <a:endParaRPr lang="en-IN" sz="1300" b="0" i="0" dirty="0">
              <a:solidFill>
                <a:srgbClr val="616161"/>
              </a:solidFill>
              <a:latin typeface="Proxima Nova"/>
            </a:endParaRPr>
          </a:p>
          <a:p>
            <a:pPr marL="228600" lvl="1" indent="-91440">
              <a:spcBef>
                <a:spcPts val="1200"/>
              </a:spcBef>
              <a:buSzPct val="100000"/>
              <a:buFont typeface="Arial"/>
              <a:buChar char="•"/>
            </a:pPr>
            <a:r>
              <a:rPr lang="en-US" sz="1300" b="1" i="0" dirty="0">
                <a:solidFill>
                  <a:srgbClr val="616161"/>
                </a:solidFill>
                <a:latin typeface="Proxima Nova"/>
              </a:rPr>
              <a:t>2014 – Java 8 Released:</a:t>
            </a:r>
            <a:r>
              <a:rPr lang="en-US" sz="1300" b="0" i="0" dirty="0">
                <a:solidFill>
                  <a:srgbClr val="616161"/>
                </a:solidFill>
                <a:latin typeface="Proxima Nova"/>
              </a:rPr>
              <a:t> Some major changes happened in java in this version.</a:t>
            </a:r>
          </a:p>
          <a:p>
            <a:pPr marL="228600" lvl="1" indent="-91440">
              <a:spcBef>
                <a:spcPts val="1200"/>
              </a:spcBef>
              <a:buSzPct val="100000"/>
              <a:buFont typeface="Arial"/>
              <a:buChar char="•"/>
            </a:pPr>
            <a:r>
              <a:rPr lang="en-US" sz="1300" b="1" i="0" dirty="0">
                <a:solidFill>
                  <a:srgbClr val="616161"/>
                </a:solidFill>
                <a:latin typeface="Proxima Nova"/>
              </a:rPr>
              <a:t>2025 – Java 25 Released:</a:t>
            </a:r>
            <a:r>
              <a:rPr lang="en-US" sz="1300" b="0" i="0" dirty="0">
                <a:solidFill>
                  <a:srgbClr val="616161"/>
                </a:solidFill>
                <a:latin typeface="Proxima Nova"/>
              </a:rPr>
              <a:t> New Java version released on </a:t>
            </a:r>
            <a:r>
              <a:rPr lang="en-US" sz="1300" dirty="0">
                <a:solidFill>
                  <a:srgbClr val="616161"/>
                </a:solidFill>
                <a:latin typeface="Proxima Nova"/>
              </a:rPr>
              <a:t>September</a:t>
            </a:r>
            <a:r>
              <a:rPr lang="en-US" sz="1300" b="0" i="0" dirty="0">
                <a:solidFill>
                  <a:srgbClr val="616161"/>
                </a:solidFill>
                <a:latin typeface="Proxima Nova"/>
              </a:rPr>
              <a:t> 16 2025 .</a:t>
            </a:r>
          </a:p>
          <a:p>
            <a:pPr marL="228600" lvl="1" indent="-91440">
              <a:spcBef>
                <a:spcPts val="1200"/>
              </a:spcBef>
              <a:buSzPct val="100000"/>
              <a:buFont typeface="Arial"/>
              <a:buChar char="•"/>
            </a:pPr>
            <a:endParaRPr lang="en-US" sz="1300" b="0" i="0" dirty="0">
              <a:solidFill>
                <a:srgbClr val="616161"/>
              </a:solidFill>
              <a:latin typeface="Proxima Nova"/>
            </a:endParaRPr>
          </a:p>
          <a:p>
            <a:pPr marL="228600" lvl="1" indent="-91440" algn="l">
              <a:spcBef>
                <a:spcPts val="1200"/>
              </a:spcBef>
              <a:spcAft>
                <a:spcPts val="0"/>
              </a:spcAft>
              <a:buSzPct val="100000"/>
              <a:buFont typeface="Arial"/>
              <a:buChar char="•"/>
            </a:pPr>
            <a:endParaRPr sz="1300" b="0" i="0" dirty="0">
              <a:solidFill>
                <a:srgbClr val="616161"/>
              </a:solidFill>
              <a:latin typeface="Proxima Nova"/>
            </a:endParaRPr>
          </a:p>
        </p:txBody>
      </p:sp>
      <p:sp>
        <p:nvSpPr>
          <p:cNvPr id="10" name="Rectangle 9"/>
          <p:cNvSpPr/>
          <p:nvPr/>
        </p:nvSpPr>
        <p:spPr>
          <a:xfrm>
            <a:off x="4724400" y="1508670"/>
            <a:ext cx="4190999"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a:extLst>
              <a:ext uri="{FF2B5EF4-FFF2-40B4-BE49-F238E27FC236}">
                <a16:creationId xmlns:a16="http://schemas.microsoft.com/office/drawing/2014/main" id="{DF5BEA47-2611-B1F5-A0F2-A2DF8FC8C625}"/>
              </a:ext>
            </a:extLst>
          </p:cNvPr>
          <p:cNvPicPr>
            <a:picLocks noChangeAspect="1"/>
          </p:cNvPicPr>
          <p:nvPr/>
        </p:nvPicPr>
        <p:blipFill>
          <a:blip r:embed="rId3"/>
          <a:stretch>
            <a:fillRect/>
          </a:stretch>
        </p:blipFill>
        <p:spPr>
          <a:xfrm>
            <a:off x="5159298" y="1205886"/>
            <a:ext cx="3521925" cy="273172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Features of Java</a:t>
            </a:r>
          </a:p>
        </p:txBody>
      </p:sp>
      <p:sp>
        <p:nvSpPr>
          <p:cNvPr id="4" name="Subtitle 3"/>
          <p:cNvSpPr>
            <a:spLocks noGrp="1"/>
          </p:cNvSpPr>
          <p:nvPr>
            <p:ph type="subTitle" idx="13"/>
          </p:nvPr>
        </p:nvSpPr>
        <p:spPr/>
        <p:txBody>
          <a:bodyPr>
            <a:normAutofit/>
          </a:bodyPr>
          <a:lstStyle/>
          <a:p>
            <a:r>
              <a:rPr dirty="0"/>
              <a:t>Why Java is Popular</a:t>
            </a:r>
          </a:p>
        </p:txBody>
      </p:sp>
      <p:sp>
        <p:nvSpPr>
          <p:cNvPr id="5" name="Rectangle 4"/>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28600" y="1508670"/>
            <a:ext cx="8686800" cy="3200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defRPr sz="1300" b="0" i="0">
                <a:solidFill>
                  <a:srgbClr val="616161"/>
                </a:solidFill>
                <a:latin typeface="Proxima Nova"/>
              </a:defRPr>
            </a:pPr>
            <a:endParaRPr/>
          </a:p>
        </p:txBody>
      </p:sp>
      <p:sp>
        <p:nvSpPr>
          <p:cNvPr id="7" name="Rectangle 6"/>
          <p:cNvSpPr/>
          <p:nvPr/>
        </p:nvSpPr>
        <p:spPr>
          <a:xfrm>
            <a:off x="228600" y="1508670"/>
            <a:ext cx="8686800"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28600" y="1508670"/>
            <a:ext cx="4190999"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9" name="TextBox 8"/>
          <p:cNvSpPr txBox="1"/>
          <p:nvPr/>
        </p:nvSpPr>
        <p:spPr>
          <a:xfrm>
            <a:off x="228600" y="1367421"/>
            <a:ext cx="4190999" cy="4367862"/>
          </a:xfrm>
          <a:prstGeom prst="rect">
            <a:avLst/>
          </a:prstGeom>
          <a:noFill/>
          <a:ln>
            <a:noFill/>
          </a:ln>
        </p:spPr>
        <p:txBody>
          <a:bodyPr wrap="square" lIns="190500" tIns="0" rIns="0" bIns="190500" anchor="t">
            <a:spAutoFit/>
          </a:bodyPr>
          <a:lstStyle/>
          <a:p>
            <a:pPr marL="228600" indent="-91440" algn="l">
              <a:spcBef>
                <a:spcPts val="0"/>
              </a:spcBef>
              <a:spcAft>
                <a:spcPts val="800"/>
              </a:spcAft>
              <a:buSzPct val="100000"/>
              <a:buFont typeface="Arial"/>
              <a:buChar char="•"/>
            </a:pPr>
            <a:r>
              <a:rPr sz="1300" b="1" i="0" dirty="0">
                <a:solidFill>
                  <a:srgbClr val="616161"/>
                </a:solidFill>
                <a:latin typeface="Proxima Nova"/>
              </a:rPr>
              <a:t>Platform Independent:</a:t>
            </a:r>
            <a:r>
              <a:rPr sz="1300" b="0" i="0" dirty="0">
                <a:solidFill>
                  <a:srgbClr val="616161"/>
                </a:solidFill>
                <a:latin typeface="Proxima Nova"/>
              </a:rPr>
              <a:t> </a:t>
            </a:r>
            <a:r>
              <a:rPr sz="1300" b="0" i="0" dirty="0">
                <a:solidFill>
                  <a:schemeClr val="accent3"/>
                </a:solidFill>
                <a:latin typeface="Proxima Nova"/>
              </a:rPr>
              <a:t>Java bytecode can run on any device with JVM.</a:t>
            </a:r>
            <a:endParaRPr lang="en-IN" sz="1300" b="0" i="0" dirty="0">
              <a:solidFill>
                <a:schemeClr val="accent3"/>
              </a:solidFill>
              <a:latin typeface="Proxima Nova"/>
            </a:endParaRPr>
          </a:p>
          <a:p>
            <a:pPr marL="228600" indent="-91440" algn="l">
              <a:spcBef>
                <a:spcPts val="0"/>
              </a:spcBef>
              <a:spcAft>
                <a:spcPts val="800"/>
              </a:spcAft>
              <a:buSzPct val="100000"/>
              <a:buFont typeface="Arial"/>
              <a:buChar char="•"/>
            </a:pPr>
            <a:r>
              <a:rPr sz="1300" b="1" i="0" dirty="0">
                <a:solidFill>
                  <a:srgbClr val="616161"/>
                </a:solidFill>
                <a:latin typeface="Proxima Nova"/>
              </a:rPr>
              <a:t>Object-Oriented:</a:t>
            </a:r>
            <a:r>
              <a:rPr sz="1300" b="0" i="0" dirty="0">
                <a:solidFill>
                  <a:srgbClr val="616161"/>
                </a:solidFill>
                <a:latin typeface="Proxima Nova"/>
              </a:rPr>
              <a:t> </a:t>
            </a:r>
            <a:r>
              <a:rPr sz="1300" b="0" i="0" dirty="0">
                <a:solidFill>
                  <a:schemeClr val="accent3"/>
                </a:solidFill>
                <a:latin typeface="Proxima Nova"/>
              </a:rPr>
              <a:t>Supports OOP concepts like inheritance, encapsulation, and polymorphism.</a:t>
            </a:r>
          </a:p>
          <a:p>
            <a:pPr marL="228600" lvl="1" indent="-91440" algn="l">
              <a:spcBef>
                <a:spcPts val="1200"/>
              </a:spcBef>
              <a:spcAft>
                <a:spcPts val="0"/>
              </a:spcAft>
              <a:buSzPct val="100000"/>
              <a:buFont typeface="Arial"/>
              <a:buChar char="•"/>
            </a:pPr>
            <a:r>
              <a:rPr lang="en-IN" sz="1300" b="1" i="0" dirty="0">
                <a:solidFill>
                  <a:srgbClr val="616161"/>
                </a:solidFill>
                <a:latin typeface="Proxima Nova"/>
              </a:rPr>
              <a:t>Strictly Typed Language</a:t>
            </a:r>
            <a:r>
              <a:rPr sz="1300" b="1" i="0" dirty="0">
                <a:solidFill>
                  <a:srgbClr val="616161"/>
                </a:solidFill>
                <a:latin typeface="Proxima Nova"/>
              </a:rPr>
              <a:t>:</a:t>
            </a:r>
            <a:r>
              <a:rPr sz="1300" b="0" i="0" dirty="0">
                <a:solidFill>
                  <a:srgbClr val="616161"/>
                </a:solidFill>
                <a:latin typeface="Proxima Nova"/>
              </a:rPr>
              <a:t> </a:t>
            </a:r>
            <a:r>
              <a:rPr lang="en-US" sz="1300" dirty="0">
                <a:solidFill>
                  <a:schemeClr val="accent3"/>
                </a:solidFill>
                <a:latin typeface="Proxima Nova" panose="020B0604020202020204" charset="0"/>
              </a:rPr>
              <a:t>Requires explicit declaration of variable types, helping to catch type-related errors at compile time</a:t>
            </a:r>
            <a:r>
              <a:rPr lang="en-US" sz="1600" dirty="0">
                <a:solidFill>
                  <a:schemeClr val="accent3"/>
                </a:solidFill>
                <a:latin typeface="Proxima Nova" panose="020B0604020202020204" charset="0"/>
              </a:rPr>
              <a:t>.</a:t>
            </a:r>
          </a:p>
          <a:p>
            <a:pPr marL="228600" lvl="1" indent="-91440" algn="l">
              <a:spcBef>
                <a:spcPts val="1200"/>
              </a:spcBef>
              <a:spcAft>
                <a:spcPts val="0"/>
              </a:spcAft>
              <a:buSzPct val="100000"/>
              <a:buFont typeface="Arial"/>
              <a:buChar char="•"/>
            </a:pPr>
            <a:r>
              <a:rPr lang="en-US" sz="1300" b="1" i="0" dirty="0">
                <a:solidFill>
                  <a:srgbClr val="616161"/>
                </a:solidFill>
                <a:latin typeface="Proxima Nova"/>
              </a:rPr>
              <a:t>Automatic Garbage Collection:</a:t>
            </a:r>
            <a:r>
              <a:rPr lang="en-US" sz="1300" b="0" i="0" dirty="0">
                <a:solidFill>
                  <a:srgbClr val="616161"/>
                </a:solidFill>
                <a:latin typeface="Proxima Nova"/>
              </a:rPr>
              <a:t> </a:t>
            </a:r>
            <a:r>
              <a:rPr lang="en-US" sz="1300" dirty="0">
                <a:solidFill>
                  <a:schemeClr val="accent3"/>
                </a:solidFill>
                <a:latin typeface="Proxima Nova"/>
              </a:rPr>
              <a:t>M</a:t>
            </a:r>
            <a:r>
              <a:rPr lang="en-US" sz="1300" b="0" i="0" dirty="0">
                <a:solidFill>
                  <a:schemeClr val="accent3"/>
                </a:solidFill>
                <a:latin typeface="Proxima Nova"/>
              </a:rPr>
              <a:t>anages memory automatically by removing unused objects.</a:t>
            </a:r>
          </a:p>
          <a:p>
            <a:pPr marL="228600" lvl="1" indent="-91440">
              <a:spcBef>
                <a:spcPts val="1200"/>
              </a:spcBef>
              <a:buSzPct val="100000"/>
              <a:buFont typeface="Arial"/>
              <a:buChar char="•"/>
            </a:pPr>
            <a:r>
              <a:rPr lang="en-US" sz="1300" b="1" i="0" dirty="0">
                <a:solidFill>
                  <a:srgbClr val="616161"/>
                </a:solidFill>
                <a:latin typeface="Proxima Nova"/>
              </a:rPr>
              <a:t>Robust &amp; Secure:</a:t>
            </a:r>
            <a:r>
              <a:rPr lang="en-US" sz="1300" b="0" i="0" dirty="0">
                <a:solidFill>
                  <a:schemeClr val="accent3"/>
                </a:solidFill>
                <a:latin typeface="Proxima Nova"/>
              </a:rPr>
              <a:t> Java can handle errors gracefully and keeps running without crashing.</a:t>
            </a:r>
          </a:p>
          <a:p>
            <a:pPr marL="228600" lvl="1" indent="-91440">
              <a:spcBef>
                <a:spcPts val="1200"/>
              </a:spcBef>
              <a:buSzPct val="100000"/>
              <a:buFont typeface="Arial"/>
              <a:buChar char="•"/>
            </a:pPr>
            <a:r>
              <a:rPr lang="en-US" sz="1300" b="1" i="0" dirty="0">
                <a:solidFill>
                  <a:srgbClr val="616161"/>
                </a:solidFill>
                <a:latin typeface="Proxima Nova"/>
              </a:rPr>
              <a:t>Secure:</a:t>
            </a:r>
            <a:r>
              <a:rPr lang="en-US" sz="1300" b="0" i="0" dirty="0">
                <a:solidFill>
                  <a:schemeClr val="accent3"/>
                </a:solidFill>
                <a:latin typeface="Proxima Nova"/>
              </a:rPr>
              <a:t> There are no pointers, you can’t directly access memory.</a:t>
            </a:r>
          </a:p>
          <a:p>
            <a:pPr marL="228600" lvl="1" indent="-91440">
              <a:spcBef>
                <a:spcPts val="1200"/>
              </a:spcBef>
              <a:buSzPct val="100000"/>
              <a:buFont typeface="Arial"/>
              <a:buChar char="•"/>
            </a:pPr>
            <a:endParaRPr lang="en-US" sz="1300" b="0" i="0" dirty="0">
              <a:solidFill>
                <a:schemeClr val="accent3"/>
              </a:solidFill>
              <a:latin typeface="Proxima Nova"/>
            </a:endParaRPr>
          </a:p>
          <a:p>
            <a:pPr marL="228600" lvl="1" indent="-91440" algn="l">
              <a:spcBef>
                <a:spcPts val="1200"/>
              </a:spcBef>
              <a:spcAft>
                <a:spcPts val="0"/>
              </a:spcAft>
              <a:buSzPct val="100000"/>
              <a:buFont typeface="Arial"/>
              <a:buChar char="•"/>
            </a:pPr>
            <a:endParaRPr lang="en-IN" sz="1300" dirty="0">
              <a:solidFill>
                <a:srgbClr val="616161"/>
              </a:solidFill>
              <a:latin typeface="Proxima Nova"/>
            </a:endParaRPr>
          </a:p>
        </p:txBody>
      </p:sp>
      <p:sp>
        <p:nvSpPr>
          <p:cNvPr id="10" name="Rectangle 9"/>
          <p:cNvSpPr/>
          <p:nvPr/>
        </p:nvSpPr>
        <p:spPr>
          <a:xfrm>
            <a:off x="4724400" y="1508670"/>
            <a:ext cx="4190999" cy="25908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24400" y="1508670"/>
            <a:ext cx="4190999" cy="2362200"/>
          </a:xfrm>
          <a:prstGeom prst="rect">
            <a:avLst/>
          </a:prstGeom>
          <a:noFill/>
          <a:ln>
            <a:noFill/>
          </a:ln>
        </p:spPr>
        <p:txBody>
          <a:bodyPr wrap="square" lIns="0" tIns="0" rIns="0" bIns="0" anchor="t">
            <a:spAutoFit/>
          </a:bodyPr>
          <a:lstStyle/>
          <a:p>
            <a:pPr algn="l"/>
            <a:endParaRPr/>
          </a:p>
        </p:txBody>
      </p:sp>
      <p:sp>
        <p:nvSpPr>
          <p:cNvPr id="13" name="Rectangle 12"/>
          <p:cNvSpPr/>
          <p:nvPr/>
        </p:nvSpPr>
        <p:spPr>
          <a:xfrm>
            <a:off x="4724400" y="3947070"/>
            <a:ext cx="4190999" cy="152400"/>
          </a:xfrm>
          <a:prstGeom prst="rect">
            <a:avLst/>
          </a:prstGeom>
          <a:solidFill>
            <a:srgbClr val="000000">
              <a:alpha val="0"/>
            </a:srgbClr>
          </a:solidFill>
          <a:ln>
            <a:noFill/>
            <a:prstDash val="solid"/>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5" name="Picture 14">
            <a:extLst>
              <a:ext uri="{FF2B5EF4-FFF2-40B4-BE49-F238E27FC236}">
                <a16:creationId xmlns:a16="http://schemas.microsoft.com/office/drawing/2014/main" id="{1A134C90-2942-560F-E565-FA6991057456}"/>
              </a:ext>
            </a:extLst>
          </p:cNvPr>
          <p:cNvPicPr>
            <a:picLocks noChangeAspect="1"/>
          </p:cNvPicPr>
          <p:nvPr/>
        </p:nvPicPr>
        <p:blipFill>
          <a:blip r:embed="rId3"/>
          <a:stretch>
            <a:fillRect/>
          </a:stretch>
        </p:blipFill>
        <p:spPr>
          <a:xfrm>
            <a:off x="5093047" y="638973"/>
            <a:ext cx="3739251" cy="37916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500F1-74B6-8E19-C7DD-89C90BDB2D6A}"/>
              </a:ext>
            </a:extLst>
          </p:cNvPr>
          <p:cNvSpPr>
            <a:spLocks noGrp="1"/>
          </p:cNvSpPr>
          <p:nvPr>
            <p:ph type="title"/>
          </p:nvPr>
        </p:nvSpPr>
        <p:spPr/>
        <p:txBody>
          <a:bodyPr/>
          <a:lstStyle/>
          <a:p>
            <a:r>
              <a:rPr lang="en-IN" b="1" dirty="0"/>
              <a:t>JDK Download Links</a:t>
            </a:r>
          </a:p>
        </p:txBody>
      </p:sp>
      <p:sp>
        <p:nvSpPr>
          <p:cNvPr id="3" name="Text Placeholder 2">
            <a:extLst>
              <a:ext uri="{FF2B5EF4-FFF2-40B4-BE49-F238E27FC236}">
                <a16:creationId xmlns:a16="http://schemas.microsoft.com/office/drawing/2014/main" id="{46CAA173-0A3F-880C-0852-91E0977D9B5C}"/>
              </a:ext>
            </a:extLst>
          </p:cNvPr>
          <p:cNvSpPr>
            <a:spLocks noGrp="1"/>
          </p:cNvSpPr>
          <p:nvPr>
            <p:ph type="body" idx="1"/>
          </p:nvPr>
        </p:nvSpPr>
        <p:spPr/>
        <p:txBody>
          <a:bodyPr/>
          <a:lstStyle/>
          <a:p>
            <a:r>
              <a:rPr lang="en-IN" dirty="0"/>
              <a:t>JDK – 25</a:t>
            </a:r>
          </a:p>
          <a:p>
            <a:pPr marL="127000" indent="0">
              <a:buNone/>
            </a:pPr>
            <a:br>
              <a:rPr lang="en-IN" dirty="0"/>
            </a:br>
            <a:r>
              <a:rPr lang="en-IN" b="1" dirty="0">
                <a:solidFill>
                  <a:srgbClr val="FF0000"/>
                </a:solidFill>
              </a:rPr>
              <a:t>Windows</a:t>
            </a:r>
          </a:p>
          <a:p>
            <a:pPr marL="127000" indent="0">
              <a:buNone/>
            </a:pPr>
            <a:endParaRPr lang="en-IN" dirty="0"/>
          </a:p>
          <a:p>
            <a:pPr marL="127000" indent="0">
              <a:buNone/>
            </a:pPr>
            <a:r>
              <a:rPr lang="en-IN" dirty="0">
                <a:hlinkClick r:id="rId2"/>
              </a:rPr>
              <a:t>https://www.oracle.com/in/java/technologies/downloads/#jdk25-windows</a:t>
            </a:r>
            <a:endParaRPr lang="en-IN" dirty="0"/>
          </a:p>
          <a:p>
            <a:pPr marL="127000" indent="0">
              <a:buNone/>
            </a:pPr>
            <a:r>
              <a:rPr lang="en-IN" dirty="0"/>
              <a:t>Download x64 Installer</a:t>
            </a:r>
          </a:p>
          <a:p>
            <a:pPr marL="127000" indent="0">
              <a:buNone/>
            </a:pPr>
            <a:endParaRPr lang="en-IN" dirty="0"/>
          </a:p>
          <a:p>
            <a:pPr marL="127000" indent="0">
              <a:buNone/>
            </a:pPr>
            <a:r>
              <a:rPr lang="en-IN" b="1" dirty="0">
                <a:solidFill>
                  <a:srgbClr val="FF0000"/>
                </a:solidFill>
              </a:rPr>
              <a:t>MAC OS</a:t>
            </a:r>
          </a:p>
          <a:p>
            <a:pPr marL="127000" indent="0">
              <a:buNone/>
            </a:pPr>
            <a:endParaRPr lang="en-IN" dirty="0"/>
          </a:p>
          <a:p>
            <a:pPr marL="127000" indent="0">
              <a:buNone/>
            </a:pPr>
            <a:r>
              <a:rPr lang="en-IN" dirty="0">
                <a:hlinkClick r:id="rId3"/>
              </a:rPr>
              <a:t>https://www.oracle.com/in/java/technologies/downloads/#jdk25-mac</a:t>
            </a:r>
            <a:endParaRPr lang="en-IN" dirty="0"/>
          </a:p>
          <a:p>
            <a:pPr marL="127000" indent="0">
              <a:buNone/>
            </a:pPr>
            <a:endParaRPr lang="en-IN" dirty="0"/>
          </a:p>
          <a:p>
            <a:pPr marL="127000" indent="0">
              <a:buNone/>
            </a:pPr>
            <a:r>
              <a:rPr lang="en-IN" dirty="0"/>
              <a:t>M - CHIP : Download ARM64 DMG Installer</a:t>
            </a:r>
            <a:br>
              <a:rPr lang="en-IN" dirty="0"/>
            </a:br>
            <a:r>
              <a:rPr lang="en-IN" dirty="0"/>
              <a:t>Intel CHIP : Download x64 DMG installer</a:t>
            </a:r>
          </a:p>
        </p:txBody>
      </p:sp>
      <p:sp>
        <p:nvSpPr>
          <p:cNvPr id="4" name="Slide Number Placeholder 3">
            <a:extLst>
              <a:ext uri="{FF2B5EF4-FFF2-40B4-BE49-F238E27FC236}">
                <a16:creationId xmlns:a16="http://schemas.microsoft.com/office/drawing/2014/main" id="{F9F7B366-6B00-7D99-91E4-AF0769650E40}"/>
              </a:ext>
            </a:extLst>
          </p:cNvPr>
          <p:cNvSpPr>
            <a:spLocks noGrp="1"/>
          </p:cNvSpPr>
          <p:nvPr>
            <p:ph type="sldNum" idx="12"/>
          </p:nvPr>
        </p:nvSpPr>
        <p:spPr/>
        <p:txBody>
          <a:bodyPr>
            <a:normAutofit fontScale="25000" lnSpcReduction="20000"/>
          </a:bodyPr>
          <a:lstStyle/>
          <a:p>
            <a:pPr marL="0" lvl="0" indent="0" algn="r" rtl="0">
              <a:spcBef>
                <a:spcPts val="0"/>
              </a:spcBef>
              <a:spcAft>
                <a:spcPts val="0"/>
              </a:spcAft>
              <a:buNone/>
            </a:pPr>
            <a:fld id="{00000000-1234-1234-1234-123412341234}" type="slidenum">
              <a:rPr lang="en" smtClean="0"/>
              <a:t>7</a:t>
            </a:fld>
            <a:endParaRPr lang="en"/>
          </a:p>
        </p:txBody>
      </p:sp>
    </p:spTree>
    <p:extLst>
      <p:ext uri="{BB962C8B-B14F-4D97-AF65-F5344CB8AC3E}">
        <p14:creationId xmlns:p14="http://schemas.microsoft.com/office/powerpoint/2010/main" val="1513072696"/>
      </p:ext>
    </p:extLst>
  </p:cSld>
  <p:clrMapOvr>
    <a:masterClrMapping/>
  </p:clrMapOvr>
</p:sld>
</file>

<file path=ppt/theme/theme1.xml><?xml version="1.0" encoding="utf-8"?>
<a:theme xmlns:a="http://schemas.openxmlformats.org/drawingml/2006/main" name="Spearmint">
  <a:themeElements>
    <a:clrScheme name="Spearmint">
      <a:dk1>
        <a:srgbClr val="202729"/>
      </a:dk1>
      <a:lt1>
        <a:srgbClr val="FFFFFF"/>
      </a:lt1>
      <a:dk2>
        <a:srgbClr val="4BA173"/>
      </a:dk2>
      <a:lt2>
        <a:srgbClr val="63D297"/>
      </a:lt2>
      <a:accent1>
        <a:srgbClr val="353744"/>
      </a:accent1>
      <a:accent2>
        <a:srgbClr val="424242"/>
      </a:accent2>
      <a:accent3>
        <a:srgbClr val="616161"/>
      </a:accent3>
      <a:accent4>
        <a:srgbClr val="999999"/>
      </a:accent4>
      <a:accent5>
        <a:srgbClr val="FF5252"/>
      </a:accent5>
      <a:accent6>
        <a:srgbClr val="FFF176"/>
      </a:accent6>
      <a:hlink>
        <a:srgbClr val="63D297"/>
      </a:hlink>
      <a:folHlink>
        <a:srgbClr val="FF525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374</TotalTime>
  <Words>805</Words>
  <Application>Microsoft Office PowerPoint</Application>
  <PresentationFormat>On-screen Show (16:9)</PresentationFormat>
  <Paragraphs>60</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 Black</vt:lpstr>
      <vt:lpstr>Proxima Nova</vt:lpstr>
      <vt:lpstr>Arial</vt:lpstr>
      <vt:lpstr>Spearmint</vt:lpstr>
      <vt:lpstr>What is Programming?</vt:lpstr>
      <vt:lpstr>High-Level vs Low-Level Programming</vt:lpstr>
      <vt:lpstr>What is Binary Code?</vt:lpstr>
      <vt:lpstr>Compiler and Interpreter</vt:lpstr>
      <vt:lpstr>History of Java</vt:lpstr>
      <vt:lpstr>Features of Java</vt:lpstr>
      <vt:lpstr>JDK Download Links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Fayazuddin Sayyed</cp:lastModifiedBy>
  <cp:revision>6</cp:revision>
  <dcterms:modified xsi:type="dcterms:W3CDTF">2025-12-05T13:54:08Z</dcterms:modified>
</cp:coreProperties>
</file>